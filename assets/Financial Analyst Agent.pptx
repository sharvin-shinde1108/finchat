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handoutMasterIdLst>
    <p:handoutMasterId r:id="rId12"/>
  </p:handoutMasterIdLst>
  <p:sldIdLst>
    <p:sldId id="256" r:id="rId5"/>
    <p:sldId id="258" r:id="rId6"/>
    <p:sldId id="260" r:id="rId7"/>
    <p:sldId id="259" r:id="rId8"/>
    <p:sldId id="281" r:id="rId9"/>
    <p:sldId id="27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DC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41" autoAdjust="0"/>
  </p:normalViewPr>
  <p:slideViewPr>
    <p:cSldViewPr snapToGrid="0">
      <p:cViewPr varScale="1">
        <p:scale>
          <a:sx n="91" d="100"/>
          <a:sy n="91" d="100"/>
        </p:scale>
        <p:origin x="370" y="101"/>
      </p:cViewPr>
      <p:guideLst/>
    </p:cSldViewPr>
  </p:slideViewPr>
  <p:outlineViewPr>
    <p:cViewPr>
      <p:scale>
        <a:sx n="33" d="100"/>
        <a:sy n="33" d="100"/>
      </p:scale>
      <p:origin x="0" y="-21773"/>
    </p:cViewPr>
  </p:outlin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D1A5C42-4636-4A6A-9001-CA7CD97B08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CC57720-6EA2-4C0E-AB19-0A22BCDB83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7D70DC-E6D5-4048-8AC5-67F4E92F0736}" type="datetimeFigureOut">
              <a:rPr lang="en-US" smtClean="0"/>
              <a:t>9/5/2025</a:t>
            </a:fld>
            <a:endParaRPr lang="en-US" dirty="0"/>
          </a:p>
        </p:txBody>
      </p:sp>
      <p:sp>
        <p:nvSpPr>
          <p:cNvPr id="4" name="Footer Placeholder 3">
            <a:extLst>
              <a:ext uri="{FF2B5EF4-FFF2-40B4-BE49-F238E27FC236}">
                <a16:creationId xmlns:a16="http://schemas.microsoft.com/office/drawing/2014/main" id="{E34AC616-D2D2-4742-9683-2A537932A1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A7EE012-E187-4EEE-9C2F-2125BF40862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481155F-8354-4019-9356-1A95703B072D}" type="slidenum">
              <a:rPr lang="en-US" smtClean="0"/>
              <a:t>‹#›</a:t>
            </a:fld>
            <a:endParaRPr lang="en-US" dirty="0"/>
          </a:p>
        </p:txBody>
      </p:sp>
    </p:spTree>
    <p:extLst>
      <p:ext uri="{BB962C8B-B14F-4D97-AF65-F5344CB8AC3E}">
        <p14:creationId xmlns:p14="http://schemas.microsoft.com/office/powerpoint/2010/main" val="25946059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56C02F-3406-42DD-8956-B66C2D710E25}" type="datetimeFigureOut">
              <a:rPr lang="en-US" smtClean="0"/>
              <a:t>9/5/2025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71D96E-4CA2-485E-9EE5-CEB7143ACC3B}" type="slidenum">
              <a:rPr lang="en-US" smtClean="0"/>
              <a:t>‹#›</a:t>
            </a:fld>
            <a:endParaRPr lang="en-US" dirty="0"/>
          </a:p>
        </p:txBody>
      </p:sp>
    </p:spTree>
    <p:extLst>
      <p:ext uri="{BB962C8B-B14F-4D97-AF65-F5344CB8AC3E}">
        <p14:creationId xmlns:p14="http://schemas.microsoft.com/office/powerpoint/2010/main" val="3511185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7FFE5B-C2CA-473D-8FCA-B26579CCBAAF}"/>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12" name="SmartArt Placeholder 11">
            <a:extLst>
              <a:ext uri="{FF2B5EF4-FFF2-40B4-BE49-F238E27FC236}">
                <a16:creationId xmlns:a16="http://schemas.microsoft.com/office/drawing/2014/main" id="{31CABE01-F8C9-145A-E50D-E627919D1BC2}"/>
              </a:ext>
            </a:extLst>
          </p:cNvPr>
          <p:cNvSpPr>
            <a:spLocks noGrp="1"/>
          </p:cNvSpPr>
          <p:nvPr>
            <p:ph type="dgm" sz="quarter" idx="10"/>
          </p:nvPr>
        </p:nvSpPr>
        <p:spPr>
          <a:xfrm>
            <a:off x="593725" y="715963"/>
            <a:ext cx="914400" cy="914400"/>
          </a:xfrm>
        </p:spPr>
        <p:txBody>
          <a:bodyPr/>
          <a:lstStyle/>
          <a:p>
            <a:endParaRPr lang="en-IN"/>
          </a:p>
        </p:txBody>
      </p:sp>
    </p:spTree>
    <p:extLst>
      <p:ext uri="{BB962C8B-B14F-4D97-AF65-F5344CB8AC3E}">
        <p14:creationId xmlns:p14="http://schemas.microsoft.com/office/powerpoint/2010/main" val="3523516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9B8705-C027-4E12-892E-C32FF13296F1}"/>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7" name="Picture Placeholder 7">
            <a:extLst>
              <a:ext uri="{FF2B5EF4-FFF2-40B4-BE49-F238E27FC236}">
                <a16:creationId xmlns:a16="http://schemas.microsoft.com/office/drawing/2014/main" id="{ED685DB5-FA77-4C19-88B8-5A8D733B42BC}"/>
              </a:ext>
            </a:extLst>
          </p:cNvPr>
          <p:cNvSpPr>
            <a:spLocks noGrp="1"/>
          </p:cNvSpPr>
          <p:nvPr>
            <p:ph type="pic" sz="quarter" idx="13" hasCustomPrompt="1"/>
          </p:nvPr>
        </p:nvSpPr>
        <p:spPr>
          <a:xfrm flipH="1">
            <a:off x="5012530" y="0"/>
            <a:ext cx="7196138" cy="6867376"/>
          </a:xfrm>
        </p:spPr>
        <p:txBody>
          <a:bodyPr/>
          <a:lstStyle>
            <a:lvl1pPr marL="0" indent="0" algn="ctr">
              <a:buNone/>
              <a:defRPr>
                <a:solidFill>
                  <a:schemeClr val="bg1"/>
                </a:solidFill>
              </a:defRPr>
            </a:lvl1pPr>
          </a:lstStyle>
          <a:p>
            <a:r>
              <a:rPr lang="en-US" dirty="0"/>
              <a:t>Click to add photo</a:t>
            </a:r>
          </a:p>
        </p:txBody>
      </p:sp>
      <p:sp>
        <p:nvSpPr>
          <p:cNvPr id="4" name="Date Placeholder 3">
            <a:extLst>
              <a:ext uri="{FF2B5EF4-FFF2-40B4-BE49-F238E27FC236}">
                <a16:creationId xmlns:a16="http://schemas.microsoft.com/office/drawing/2014/main" id="{6346919B-FFF8-4FED-8A44-48A7E600EB60}"/>
              </a:ext>
            </a:extLst>
          </p:cNvPr>
          <p:cNvSpPr>
            <a:spLocks noGrp="1"/>
          </p:cNvSpPr>
          <p:nvPr>
            <p:ph type="dt" sz="half" idx="10"/>
          </p:nvPr>
        </p:nvSpPr>
        <p:spPr/>
        <p:txBody>
          <a:bodyPr/>
          <a:lstStyle/>
          <a:p>
            <a:r>
              <a:rPr lang="en-US" dirty="0"/>
              <a:t>8/06/20XX</a:t>
            </a:r>
          </a:p>
        </p:txBody>
      </p:sp>
      <p:sp>
        <p:nvSpPr>
          <p:cNvPr id="5" name="Footer Placeholder 4">
            <a:extLst>
              <a:ext uri="{FF2B5EF4-FFF2-40B4-BE49-F238E27FC236}">
                <a16:creationId xmlns:a16="http://schemas.microsoft.com/office/drawing/2014/main" id="{C6DF28B0-8A34-4E86-9FE3-20BD880CD9C3}"/>
              </a:ext>
            </a:extLst>
          </p:cNvPr>
          <p:cNvSpPr>
            <a:spLocks noGrp="1"/>
          </p:cNvSpPr>
          <p:nvPr>
            <p:ph type="ftr" sz="quarter" idx="11"/>
          </p:nvPr>
        </p:nvSpPr>
        <p:spPr/>
        <p:txBody>
          <a:bodyPr/>
          <a:lstStyle/>
          <a:p>
            <a:r>
              <a:rPr lang="en-US" dirty="0"/>
              <a:t>PITCH DECK</a:t>
            </a:r>
          </a:p>
        </p:txBody>
      </p:sp>
      <p:sp>
        <p:nvSpPr>
          <p:cNvPr id="6" name="Slide Number Placeholder 5">
            <a:extLst>
              <a:ext uri="{FF2B5EF4-FFF2-40B4-BE49-F238E27FC236}">
                <a16:creationId xmlns:a16="http://schemas.microsoft.com/office/drawing/2014/main" id="{D4BE1CCB-96B6-4D9F-A932-D0EBDBD7DA45}"/>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3" name="Title 2">
            <a:extLst>
              <a:ext uri="{FF2B5EF4-FFF2-40B4-BE49-F238E27FC236}">
                <a16:creationId xmlns:a16="http://schemas.microsoft.com/office/drawing/2014/main" id="{1F7CB735-9F66-41A8-8F1D-4B66FE1D1153}"/>
              </a:ext>
            </a:extLst>
          </p:cNvPr>
          <p:cNvSpPr>
            <a:spLocks noGrp="1"/>
          </p:cNvSpPr>
          <p:nvPr>
            <p:ph type="title" hasCustomPrompt="1"/>
          </p:nvPr>
        </p:nvSpPr>
        <p:spPr>
          <a:xfrm>
            <a:off x="-2" y="1672143"/>
            <a:ext cx="6019802" cy="3513714"/>
          </a:xfrm>
          <a:solidFill>
            <a:schemeClr val="accent6">
              <a:alpha val="80000"/>
            </a:schemeClr>
          </a:solidFill>
        </p:spPr>
        <p:txBody>
          <a:bodyPr lIns="676656" tIns="795528" anchor="t">
            <a:normAutofit/>
          </a:bodyPr>
          <a:lstStyle>
            <a:lvl1pPr>
              <a:defRPr sz="2800"/>
            </a:lvl1pPr>
          </a:lstStyle>
          <a:p>
            <a:r>
              <a:rPr lang="en-US" dirty="0"/>
              <a:t>Click to add title</a:t>
            </a:r>
          </a:p>
        </p:txBody>
      </p:sp>
      <p:sp>
        <p:nvSpPr>
          <p:cNvPr id="11" name="Text Placeholder 17">
            <a:extLst>
              <a:ext uri="{FF2B5EF4-FFF2-40B4-BE49-F238E27FC236}">
                <a16:creationId xmlns:a16="http://schemas.microsoft.com/office/drawing/2014/main" id="{4A51F916-D1A0-40B2-A894-1C597A7AAFBF}"/>
              </a:ext>
            </a:extLst>
          </p:cNvPr>
          <p:cNvSpPr>
            <a:spLocks noGrp="1"/>
          </p:cNvSpPr>
          <p:nvPr>
            <p:ph type="body" sz="quarter" idx="15" hasCustomPrompt="1"/>
          </p:nvPr>
        </p:nvSpPr>
        <p:spPr>
          <a:xfrm>
            <a:off x="594575" y="3007594"/>
            <a:ext cx="4850550" cy="1731145"/>
          </a:xfrm>
        </p:spPr>
        <p:txBody>
          <a:bodyPr>
            <a:noAutofit/>
          </a:bodyPr>
          <a:lstStyle>
            <a:lvl1pPr marL="0" indent="0" algn="l">
              <a:lnSpc>
                <a:spcPct val="125000"/>
              </a:lnSpc>
              <a:buNone/>
              <a:defRPr sz="1400" spc="100" baseline="0">
                <a:solidFill>
                  <a:schemeClr val="accent2"/>
                </a:solidFill>
              </a:defRPr>
            </a:lvl1pPr>
          </a:lstStyle>
          <a:p>
            <a:pPr lvl="0"/>
            <a:r>
              <a:rPr lang="en-US" dirty="0"/>
              <a:t>Click to add text</a:t>
            </a:r>
          </a:p>
        </p:txBody>
      </p:sp>
    </p:spTree>
    <p:extLst>
      <p:ext uri="{BB962C8B-B14F-4D97-AF65-F5344CB8AC3E}">
        <p14:creationId xmlns:p14="http://schemas.microsoft.com/office/powerpoint/2010/main" val="12361950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95BA1F-6B83-4358-A202-FD15470976A9}"/>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4" name="Date Placeholder 3">
            <a:extLst>
              <a:ext uri="{FF2B5EF4-FFF2-40B4-BE49-F238E27FC236}">
                <a16:creationId xmlns:a16="http://schemas.microsoft.com/office/drawing/2014/main" id="{A35C10F8-CB40-4BDD-AA21-7DDC300FE73E}"/>
              </a:ext>
            </a:extLst>
          </p:cNvPr>
          <p:cNvSpPr>
            <a:spLocks noGrp="1"/>
          </p:cNvSpPr>
          <p:nvPr>
            <p:ph type="dt" sz="half" idx="10"/>
          </p:nvPr>
        </p:nvSpPr>
        <p:spPr/>
        <p:txBody>
          <a:bodyPr/>
          <a:lstStyle/>
          <a:p>
            <a:r>
              <a:rPr lang="en-US" dirty="0"/>
              <a:t>8/06/20XX</a:t>
            </a:r>
          </a:p>
        </p:txBody>
      </p:sp>
      <p:sp>
        <p:nvSpPr>
          <p:cNvPr id="5" name="Footer Placeholder 4">
            <a:extLst>
              <a:ext uri="{FF2B5EF4-FFF2-40B4-BE49-F238E27FC236}">
                <a16:creationId xmlns:a16="http://schemas.microsoft.com/office/drawing/2014/main" id="{434969F5-F9D0-4A38-8C6C-86005388F51D}"/>
              </a:ext>
            </a:extLst>
          </p:cNvPr>
          <p:cNvSpPr>
            <a:spLocks noGrp="1"/>
          </p:cNvSpPr>
          <p:nvPr>
            <p:ph type="ftr" sz="quarter" idx="11"/>
          </p:nvPr>
        </p:nvSpPr>
        <p:spPr/>
        <p:txBody>
          <a:bodyPr/>
          <a:lstStyle/>
          <a:p>
            <a:r>
              <a:rPr lang="en-US" dirty="0"/>
              <a:t>PITCH DECK</a:t>
            </a:r>
          </a:p>
        </p:txBody>
      </p:sp>
      <p:sp>
        <p:nvSpPr>
          <p:cNvPr id="6" name="Slide Number Placeholder 5">
            <a:extLst>
              <a:ext uri="{FF2B5EF4-FFF2-40B4-BE49-F238E27FC236}">
                <a16:creationId xmlns:a16="http://schemas.microsoft.com/office/drawing/2014/main" id="{7CC33B3F-10CE-4363-805C-361CA49414B4}"/>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3" name="Picture Placeholder 7">
            <a:extLst>
              <a:ext uri="{FF2B5EF4-FFF2-40B4-BE49-F238E27FC236}">
                <a16:creationId xmlns:a16="http://schemas.microsoft.com/office/drawing/2014/main" id="{8EABAB15-C887-420D-92A1-24DBD62EE558}"/>
              </a:ext>
            </a:extLst>
          </p:cNvPr>
          <p:cNvSpPr>
            <a:spLocks noGrp="1"/>
          </p:cNvSpPr>
          <p:nvPr>
            <p:ph type="pic" sz="quarter" idx="13" hasCustomPrompt="1"/>
          </p:nvPr>
        </p:nvSpPr>
        <p:spPr>
          <a:xfrm flipH="1">
            <a:off x="0" y="729926"/>
            <a:ext cx="3581400" cy="5388772"/>
          </a:xfrm>
        </p:spPr>
        <p:txBody>
          <a:bodyPr/>
          <a:lstStyle>
            <a:lvl1pPr marL="0" indent="0" algn="ctr">
              <a:buNone/>
              <a:defRPr>
                <a:solidFill>
                  <a:schemeClr val="bg1"/>
                </a:solidFill>
              </a:defRPr>
            </a:lvl1pPr>
          </a:lstStyle>
          <a:p>
            <a:r>
              <a:rPr lang="en-US" dirty="0"/>
              <a:t>Click to add photo</a:t>
            </a:r>
          </a:p>
        </p:txBody>
      </p:sp>
      <p:sp>
        <p:nvSpPr>
          <p:cNvPr id="16" name="Text Placeholder 14">
            <a:extLst>
              <a:ext uri="{FF2B5EF4-FFF2-40B4-BE49-F238E27FC236}">
                <a16:creationId xmlns:a16="http://schemas.microsoft.com/office/drawing/2014/main" id="{F7E8EA93-3F05-4D28-8B15-91D6789458B4}"/>
              </a:ext>
            </a:extLst>
          </p:cNvPr>
          <p:cNvSpPr>
            <a:spLocks noGrp="1"/>
          </p:cNvSpPr>
          <p:nvPr>
            <p:ph type="body" sz="quarter" idx="16" hasCustomPrompt="1"/>
          </p:nvPr>
        </p:nvSpPr>
        <p:spPr>
          <a:xfrm>
            <a:off x="6746476" y="1921400"/>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dirty="0"/>
              <a:t>Click to add title</a:t>
            </a:r>
          </a:p>
        </p:txBody>
      </p:sp>
      <p:sp>
        <p:nvSpPr>
          <p:cNvPr id="17" name="Text Placeholder 14">
            <a:extLst>
              <a:ext uri="{FF2B5EF4-FFF2-40B4-BE49-F238E27FC236}">
                <a16:creationId xmlns:a16="http://schemas.microsoft.com/office/drawing/2014/main" id="{B4EBCE5D-8795-44C7-8196-051689C6FE2A}"/>
              </a:ext>
            </a:extLst>
          </p:cNvPr>
          <p:cNvSpPr>
            <a:spLocks noGrp="1"/>
          </p:cNvSpPr>
          <p:nvPr>
            <p:ph type="body" sz="quarter" idx="17" hasCustomPrompt="1"/>
          </p:nvPr>
        </p:nvSpPr>
        <p:spPr>
          <a:xfrm>
            <a:off x="6746476" y="2245710"/>
            <a:ext cx="2289974" cy="1739538"/>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8" name="Text Placeholder 14">
            <a:extLst>
              <a:ext uri="{FF2B5EF4-FFF2-40B4-BE49-F238E27FC236}">
                <a16:creationId xmlns:a16="http://schemas.microsoft.com/office/drawing/2014/main" id="{195044F5-86E3-4A1C-B3C8-6E3422E5B418}"/>
              </a:ext>
            </a:extLst>
          </p:cNvPr>
          <p:cNvSpPr>
            <a:spLocks noGrp="1"/>
          </p:cNvSpPr>
          <p:nvPr>
            <p:ph type="body" sz="quarter" idx="18" hasCustomPrompt="1"/>
          </p:nvPr>
        </p:nvSpPr>
        <p:spPr>
          <a:xfrm>
            <a:off x="4065518" y="2245710"/>
            <a:ext cx="2289974" cy="1739538"/>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dirty="0"/>
              <a:t>Click to add text</a:t>
            </a:r>
          </a:p>
        </p:txBody>
      </p:sp>
      <p:sp>
        <p:nvSpPr>
          <p:cNvPr id="19" name="Text Placeholder 14">
            <a:extLst>
              <a:ext uri="{FF2B5EF4-FFF2-40B4-BE49-F238E27FC236}">
                <a16:creationId xmlns:a16="http://schemas.microsoft.com/office/drawing/2014/main" id="{4C9BA1BF-0690-4DB5-9BBC-31D1948D82A8}"/>
              </a:ext>
            </a:extLst>
          </p:cNvPr>
          <p:cNvSpPr>
            <a:spLocks noGrp="1"/>
          </p:cNvSpPr>
          <p:nvPr>
            <p:ph type="body" sz="quarter" idx="19" hasCustomPrompt="1"/>
          </p:nvPr>
        </p:nvSpPr>
        <p:spPr>
          <a:xfrm>
            <a:off x="6746476" y="4443157"/>
            <a:ext cx="2289974" cy="1463249"/>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dirty="0"/>
              <a:t>Click to add text</a:t>
            </a:r>
          </a:p>
        </p:txBody>
      </p:sp>
      <p:sp>
        <p:nvSpPr>
          <p:cNvPr id="20" name="Text Placeholder 14">
            <a:extLst>
              <a:ext uri="{FF2B5EF4-FFF2-40B4-BE49-F238E27FC236}">
                <a16:creationId xmlns:a16="http://schemas.microsoft.com/office/drawing/2014/main" id="{0D187952-9422-42DE-B163-B764E0D09925}"/>
              </a:ext>
            </a:extLst>
          </p:cNvPr>
          <p:cNvSpPr>
            <a:spLocks noGrp="1"/>
          </p:cNvSpPr>
          <p:nvPr>
            <p:ph type="body" sz="quarter" idx="20" hasCustomPrompt="1"/>
          </p:nvPr>
        </p:nvSpPr>
        <p:spPr>
          <a:xfrm>
            <a:off x="4065519" y="4451209"/>
            <a:ext cx="2289972" cy="1457161"/>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54291470-2EE9-46D8-8083-E4523DCE52BB}"/>
              </a:ext>
            </a:extLst>
          </p:cNvPr>
          <p:cNvSpPr>
            <a:spLocks noGrp="1"/>
          </p:cNvSpPr>
          <p:nvPr>
            <p:ph type="body" sz="quarter" idx="22" hasCustomPrompt="1"/>
          </p:nvPr>
        </p:nvSpPr>
        <p:spPr>
          <a:xfrm>
            <a:off x="4065517" y="1921400"/>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2" name="Text Placeholder 14">
            <a:extLst>
              <a:ext uri="{FF2B5EF4-FFF2-40B4-BE49-F238E27FC236}">
                <a16:creationId xmlns:a16="http://schemas.microsoft.com/office/drawing/2014/main" id="{17B8E7E2-50C1-429D-A8C5-C098CDADCF3F}"/>
              </a:ext>
            </a:extLst>
          </p:cNvPr>
          <p:cNvSpPr>
            <a:spLocks noGrp="1"/>
          </p:cNvSpPr>
          <p:nvPr>
            <p:ph type="body" sz="quarter" idx="23" hasCustomPrompt="1"/>
          </p:nvPr>
        </p:nvSpPr>
        <p:spPr>
          <a:xfrm>
            <a:off x="6746476" y="4118846"/>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3" name="Text Placeholder 14">
            <a:extLst>
              <a:ext uri="{FF2B5EF4-FFF2-40B4-BE49-F238E27FC236}">
                <a16:creationId xmlns:a16="http://schemas.microsoft.com/office/drawing/2014/main" id="{09DB38C9-BBE5-4212-87C2-D9B34A470753}"/>
              </a:ext>
            </a:extLst>
          </p:cNvPr>
          <p:cNvSpPr>
            <a:spLocks noGrp="1"/>
          </p:cNvSpPr>
          <p:nvPr>
            <p:ph type="body" sz="quarter" idx="24" hasCustomPrompt="1"/>
          </p:nvPr>
        </p:nvSpPr>
        <p:spPr>
          <a:xfrm>
            <a:off x="4065518" y="4118846"/>
            <a:ext cx="2289972"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4" name="Text Placeholder 14">
            <a:extLst>
              <a:ext uri="{FF2B5EF4-FFF2-40B4-BE49-F238E27FC236}">
                <a16:creationId xmlns:a16="http://schemas.microsoft.com/office/drawing/2014/main" id="{EA61E342-2B6C-4379-A3B3-8D1B338F656B}"/>
              </a:ext>
            </a:extLst>
          </p:cNvPr>
          <p:cNvSpPr>
            <a:spLocks noGrp="1"/>
          </p:cNvSpPr>
          <p:nvPr>
            <p:ph type="body" sz="quarter" idx="25" hasCustomPrompt="1"/>
          </p:nvPr>
        </p:nvSpPr>
        <p:spPr>
          <a:xfrm>
            <a:off x="9417910" y="1921400"/>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5" name="Text Placeholder 14">
            <a:extLst>
              <a:ext uri="{FF2B5EF4-FFF2-40B4-BE49-F238E27FC236}">
                <a16:creationId xmlns:a16="http://schemas.microsoft.com/office/drawing/2014/main" id="{4F39B769-D212-4C11-B6CB-0423DD10599D}"/>
              </a:ext>
            </a:extLst>
          </p:cNvPr>
          <p:cNvSpPr>
            <a:spLocks noGrp="1"/>
          </p:cNvSpPr>
          <p:nvPr>
            <p:ph type="body" sz="quarter" idx="26" hasCustomPrompt="1"/>
          </p:nvPr>
        </p:nvSpPr>
        <p:spPr>
          <a:xfrm>
            <a:off x="9417910" y="2245710"/>
            <a:ext cx="2289974" cy="1739538"/>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dirty="0"/>
              <a:t>Click to add text</a:t>
            </a:r>
          </a:p>
        </p:txBody>
      </p:sp>
      <p:sp>
        <p:nvSpPr>
          <p:cNvPr id="2" name="Title 1">
            <a:extLst>
              <a:ext uri="{FF2B5EF4-FFF2-40B4-BE49-F238E27FC236}">
                <a16:creationId xmlns:a16="http://schemas.microsoft.com/office/drawing/2014/main" id="{7C47FF8E-011E-46E6-9F4D-DAD4830958DB}"/>
              </a:ext>
            </a:extLst>
          </p:cNvPr>
          <p:cNvSpPr>
            <a:spLocks noGrp="1"/>
          </p:cNvSpPr>
          <p:nvPr>
            <p:ph type="title" hasCustomPrompt="1"/>
          </p:nvPr>
        </p:nvSpPr>
        <p:spPr>
          <a:xfrm>
            <a:off x="4065516" y="1185284"/>
            <a:ext cx="7288284" cy="469490"/>
          </a:xfrm>
        </p:spPr>
        <p:txBody>
          <a:bodyPr anchor="t">
            <a:normAutofit/>
          </a:bodyPr>
          <a:lstStyle>
            <a:lvl1pPr>
              <a:lnSpc>
                <a:spcPct val="100000"/>
              </a:lnSpc>
              <a:defRPr sz="2800">
                <a:ln w="19050">
                  <a:solidFill>
                    <a:schemeClr val="accent5"/>
                  </a:solidFill>
                </a:ln>
              </a:defRPr>
            </a:lvl1pPr>
          </a:lstStyle>
          <a:p>
            <a:r>
              <a:rPr lang="en-US" dirty="0"/>
              <a:t>Click to add title</a:t>
            </a:r>
          </a:p>
        </p:txBody>
      </p:sp>
    </p:spTree>
    <p:extLst>
      <p:ext uri="{BB962C8B-B14F-4D97-AF65-F5344CB8AC3E}">
        <p14:creationId xmlns:p14="http://schemas.microsoft.com/office/powerpoint/2010/main" val="30577356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781AFB-2572-4954-B05E-84CDE1D88316}"/>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5" name="Date Placeholder 4">
            <a:extLst>
              <a:ext uri="{FF2B5EF4-FFF2-40B4-BE49-F238E27FC236}">
                <a16:creationId xmlns:a16="http://schemas.microsoft.com/office/drawing/2014/main" id="{0E750850-5ECD-4AA5-8EF0-70C6EA291EF3}"/>
              </a:ext>
            </a:extLst>
          </p:cNvPr>
          <p:cNvSpPr>
            <a:spLocks noGrp="1"/>
          </p:cNvSpPr>
          <p:nvPr>
            <p:ph type="dt" sz="half" idx="10"/>
          </p:nvPr>
        </p:nvSpPr>
        <p:spPr/>
        <p:txBody>
          <a:bodyPr/>
          <a:lstStyle/>
          <a:p>
            <a:r>
              <a:rPr lang="en-US" dirty="0"/>
              <a:t>8/06/20XX</a:t>
            </a:r>
          </a:p>
        </p:txBody>
      </p:sp>
      <p:sp>
        <p:nvSpPr>
          <p:cNvPr id="6" name="Footer Placeholder 5">
            <a:extLst>
              <a:ext uri="{FF2B5EF4-FFF2-40B4-BE49-F238E27FC236}">
                <a16:creationId xmlns:a16="http://schemas.microsoft.com/office/drawing/2014/main" id="{126B04CF-8972-48CE-B427-B542AF911BB4}"/>
              </a:ext>
            </a:extLst>
          </p:cNvPr>
          <p:cNvSpPr>
            <a:spLocks noGrp="1"/>
          </p:cNvSpPr>
          <p:nvPr>
            <p:ph type="ftr" sz="quarter" idx="11"/>
          </p:nvPr>
        </p:nvSpPr>
        <p:spPr/>
        <p:txBody>
          <a:bodyPr/>
          <a:lstStyle/>
          <a:p>
            <a:r>
              <a:rPr lang="en-US" dirty="0"/>
              <a:t>PITCH DECK</a:t>
            </a:r>
          </a:p>
        </p:txBody>
      </p:sp>
      <p:sp>
        <p:nvSpPr>
          <p:cNvPr id="7" name="Slide Number Placeholder 6">
            <a:extLst>
              <a:ext uri="{FF2B5EF4-FFF2-40B4-BE49-F238E27FC236}">
                <a16:creationId xmlns:a16="http://schemas.microsoft.com/office/drawing/2014/main" id="{F9864ACC-F262-4128-BC17-FCB29BEF0763}"/>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2" name="Text Placeholder 14">
            <a:extLst>
              <a:ext uri="{FF2B5EF4-FFF2-40B4-BE49-F238E27FC236}">
                <a16:creationId xmlns:a16="http://schemas.microsoft.com/office/drawing/2014/main" id="{717CFF16-7992-46DD-8151-F55B0300570B}"/>
              </a:ext>
            </a:extLst>
          </p:cNvPr>
          <p:cNvSpPr>
            <a:spLocks noGrp="1"/>
          </p:cNvSpPr>
          <p:nvPr>
            <p:ph type="body" sz="quarter" idx="16" hasCustomPrompt="1"/>
          </p:nvPr>
        </p:nvSpPr>
        <p:spPr>
          <a:xfrm>
            <a:off x="8506711" y="1335193"/>
            <a:ext cx="2859090"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13" name="Text Placeholder 14">
            <a:extLst>
              <a:ext uri="{FF2B5EF4-FFF2-40B4-BE49-F238E27FC236}">
                <a16:creationId xmlns:a16="http://schemas.microsoft.com/office/drawing/2014/main" id="{EBADC1C2-D36B-4AFE-8824-DE6D0FB51384}"/>
              </a:ext>
            </a:extLst>
          </p:cNvPr>
          <p:cNvSpPr>
            <a:spLocks noGrp="1"/>
          </p:cNvSpPr>
          <p:nvPr>
            <p:ph type="body" sz="quarter" idx="13" hasCustomPrompt="1"/>
          </p:nvPr>
        </p:nvSpPr>
        <p:spPr>
          <a:xfrm>
            <a:off x="8506711" y="1639822"/>
            <a:ext cx="2859090" cy="1475319"/>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4" name="Text Placeholder 14">
            <a:extLst>
              <a:ext uri="{FF2B5EF4-FFF2-40B4-BE49-F238E27FC236}">
                <a16:creationId xmlns:a16="http://schemas.microsoft.com/office/drawing/2014/main" id="{F1632658-DE5C-4EA2-83DE-AB456D9D76ED}"/>
              </a:ext>
            </a:extLst>
          </p:cNvPr>
          <p:cNvSpPr>
            <a:spLocks noGrp="1"/>
          </p:cNvSpPr>
          <p:nvPr>
            <p:ph type="body" sz="quarter" idx="17" hasCustomPrompt="1"/>
          </p:nvPr>
        </p:nvSpPr>
        <p:spPr>
          <a:xfrm>
            <a:off x="5167309" y="1639822"/>
            <a:ext cx="2859091" cy="1517776"/>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5" name="Text Placeholder 14">
            <a:extLst>
              <a:ext uri="{FF2B5EF4-FFF2-40B4-BE49-F238E27FC236}">
                <a16:creationId xmlns:a16="http://schemas.microsoft.com/office/drawing/2014/main" id="{76A6D61C-C33C-46D5-B2C5-6C6A7C143A97}"/>
              </a:ext>
            </a:extLst>
          </p:cNvPr>
          <p:cNvSpPr>
            <a:spLocks noGrp="1"/>
          </p:cNvSpPr>
          <p:nvPr>
            <p:ph type="body" sz="quarter" idx="18" hasCustomPrompt="1"/>
          </p:nvPr>
        </p:nvSpPr>
        <p:spPr>
          <a:xfrm>
            <a:off x="8506711" y="3837269"/>
            <a:ext cx="2859090" cy="1533310"/>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6" name="Text Placeholder 14">
            <a:extLst>
              <a:ext uri="{FF2B5EF4-FFF2-40B4-BE49-F238E27FC236}">
                <a16:creationId xmlns:a16="http://schemas.microsoft.com/office/drawing/2014/main" id="{0A4E6A96-585A-4265-900D-17D98121F544}"/>
              </a:ext>
            </a:extLst>
          </p:cNvPr>
          <p:cNvSpPr>
            <a:spLocks noGrp="1"/>
          </p:cNvSpPr>
          <p:nvPr>
            <p:ph type="body" sz="quarter" idx="19" hasCustomPrompt="1"/>
          </p:nvPr>
        </p:nvSpPr>
        <p:spPr>
          <a:xfrm>
            <a:off x="5167310" y="3845321"/>
            <a:ext cx="2859089" cy="1526930"/>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28B8437C-1550-4581-911A-98BEA151A4AD}"/>
              </a:ext>
            </a:extLst>
          </p:cNvPr>
          <p:cNvSpPr>
            <a:spLocks noGrp="1"/>
          </p:cNvSpPr>
          <p:nvPr>
            <p:ph type="body" sz="quarter" idx="22" hasCustomPrompt="1"/>
          </p:nvPr>
        </p:nvSpPr>
        <p:spPr>
          <a:xfrm>
            <a:off x="5167308" y="1335193"/>
            <a:ext cx="2859091"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18" name="Text Placeholder 14">
            <a:extLst>
              <a:ext uri="{FF2B5EF4-FFF2-40B4-BE49-F238E27FC236}">
                <a16:creationId xmlns:a16="http://schemas.microsoft.com/office/drawing/2014/main" id="{04DF1AD6-E51A-4D19-A9C8-CCAFE9E9B2A0}"/>
              </a:ext>
            </a:extLst>
          </p:cNvPr>
          <p:cNvSpPr>
            <a:spLocks noGrp="1"/>
          </p:cNvSpPr>
          <p:nvPr>
            <p:ph type="body" sz="quarter" idx="23" hasCustomPrompt="1"/>
          </p:nvPr>
        </p:nvSpPr>
        <p:spPr>
          <a:xfrm>
            <a:off x="8506711" y="3532639"/>
            <a:ext cx="2859090"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19" name="Text Placeholder 14">
            <a:extLst>
              <a:ext uri="{FF2B5EF4-FFF2-40B4-BE49-F238E27FC236}">
                <a16:creationId xmlns:a16="http://schemas.microsoft.com/office/drawing/2014/main" id="{A3656830-2B4C-4F48-8EBD-F8C80C353FC4}"/>
              </a:ext>
            </a:extLst>
          </p:cNvPr>
          <p:cNvSpPr>
            <a:spLocks noGrp="1"/>
          </p:cNvSpPr>
          <p:nvPr>
            <p:ph type="body" sz="quarter" idx="24" hasCustomPrompt="1"/>
          </p:nvPr>
        </p:nvSpPr>
        <p:spPr>
          <a:xfrm>
            <a:off x="5167309" y="3532639"/>
            <a:ext cx="2859089"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 name="Title 1">
            <a:extLst>
              <a:ext uri="{FF2B5EF4-FFF2-40B4-BE49-F238E27FC236}">
                <a16:creationId xmlns:a16="http://schemas.microsoft.com/office/drawing/2014/main" id="{923D6999-ED11-424C-91FD-1ECD0CB9D272}"/>
              </a:ext>
            </a:extLst>
          </p:cNvPr>
          <p:cNvSpPr>
            <a:spLocks noGrp="1"/>
          </p:cNvSpPr>
          <p:nvPr>
            <p:ph type="title" hasCustomPrompt="1"/>
          </p:nvPr>
        </p:nvSpPr>
        <p:spPr>
          <a:xfrm>
            <a:off x="1384299" y="2768600"/>
            <a:ext cx="2956810" cy="1129164"/>
          </a:xfrm>
        </p:spPr>
        <p:txBody>
          <a:bodyPr anchor="t">
            <a:normAutofit/>
          </a:bodyPr>
          <a:lstStyle>
            <a:lvl1pPr>
              <a:lnSpc>
                <a:spcPct val="125000"/>
              </a:lnSpc>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37491488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0CE26C-A8CF-4DC0-9913-86FF0ED87623}"/>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7" name="Date Placeholder 6">
            <a:extLst>
              <a:ext uri="{FF2B5EF4-FFF2-40B4-BE49-F238E27FC236}">
                <a16:creationId xmlns:a16="http://schemas.microsoft.com/office/drawing/2014/main" id="{15DD4FC6-591F-4220-A331-724C4FE41E93}"/>
              </a:ext>
            </a:extLst>
          </p:cNvPr>
          <p:cNvSpPr>
            <a:spLocks noGrp="1"/>
          </p:cNvSpPr>
          <p:nvPr>
            <p:ph type="dt" sz="half" idx="10"/>
          </p:nvPr>
        </p:nvSpPr>
        <p:spPr/>
        <p:txBody>
          <a:bodyPr/>
          <a:lstStyle/>
          <a:p>
            <a:r>
              <a:rPr lang="en-US" dirty="0"/>
              <a:t>8/06/20XX</a:t>
            </a:r>
          </a:p>
        </p:txBody>
      </p:sp>
      <p:sp>
        <p:nvSpPr>
          <p:cNvPr id="8" name="Footer Placeholder 7">
            <a:extLst>
              <a:ext uri="{FF2B5EF4-FFF2-40B4-BE49-F238E27FC236}">
                <a16:creationId xmlns:a16="http://schemas.microsoft.com/office/drawing/2014/main" id="{A1506146-DCCA-4419-9FC3-7F33AEABA41D}"/>
              </a:ext>
            </a:extLst>
          </p:cNvPr>
          <p:cNvSpPr>
            <a:spLocks noGrp="1"/>
          </p:cNvSpPr>
          <p:nvPr>
            <p:ph type="ftr" sz="quarter" idx="11"/>
          </p:nvPr>
        </p:nvSpPr>
        <p:spPr/>
        <p:txBody>
          <a:bodyPr/>
          <a:lstStyle/>
          <a:p>
            <a:r>
              <a:rPr lang="en-US" dirty="0"/>
              <a:t>PITCH DECK</a:t>
            </a:r>
          </a:p>
        </p:txBody>
      </p:sp>
      <p:sp>
        <p:nvSpPr>
          <p:cNvPr id="9" name="Slide Number Placeholder 8">
            <a:extLst>
              <a:ext uri="{FF2B5EF4-FFF2-40B4-BE49-F238E27FC236}">
                <a16:creationId xmlns:a16="http://schemas.microsoft.com/office/drawing/2014/main" id="{4BDEDAF2-5575-4164-9610-7906C2033591}"/>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35" name="Text Placeholder 14">
            <a:extLst>
              <a:ext uri="{FF2B5EF4-FFF2-40B4-BE49-F238E27FC236}">
                <a16:creationId xmlns:a16="http://schemas.microsoft.com/office/drawing/2014/main" id="{0C598512-93DF-4C00-A3BC-4CFF184217A6}"/>
              </a:ext>
            </a:extLst>
          </p:cNvPr>
          <p:cNvSpPr>
            <a:spLocks noGrp="1"/>
          </p:cNvSpPr>
          <p:nvPr>
            <p:ph type="body" sz="quarter" idx="27" hasCustomPrompt="1"/>
          </p:nvPr>
        </p:nvSpPr>
        <p:spPr>
          <a:xfrm>
            <a:off x="620484" y="3639417"/>
            <a:ext cx="2383764"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dirty="0"/>
              <a:t>Click to add title</a:t>
            </a:r>
          </a:p>
        </p:txBody>
      </p:sp>
      <p:sp>
        <p:nvSpPr>
          <p:cNvPr id="36" name="Text Placeholder 14">
            <a:extLst>
              <a:ext uri="{FF2B5EF4-FFF2-40B4-BE49-F238E27FC236}">
                <a16:creationId xmlns:a16="http://schemas.microsoft.com/office/drawing/2014/main" id="{9AFC7B8A-881F-4E97-91D4-F41DFA6D8F8E}"/>
              </a:ext>
            </a:extLst>
          </p:cNvPr>
          <p:cNvSpPr>
            <a:spLocks noGrp="1"/>
          </p:cNvSpPr>
          <p:nvPr>
            <p:ph type="body" sz="quarter" idx="28" hasCustomPrompt="1"/>
          </p:nvPr>
        </p:nvSpPr>
        <p:spPr>
          <a:xfrm>
            <a:off x="620484" y="3965866"/>
            <a:ext cx="2383764"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37" name="Text Placeholder 14">
            <a:extLst>
              <a:ext uri="{FF2B5EF4-FFF2-40B4-BE49-F238E27FC236}">
                <a16:creationId xmlns:a16="http://schemas.microsoft.com/office/drawing/2014/main" id="{77B10018-89A9-49C8-8DCE-621EF9328C63}"/>
              </a:ext>
            </a:extLst>
          </p:cNvPr>
          <p:cNvSpPr>
            <a:spLocks noGrp="1"/>
          </p:cNvSpPr>
          <p:nvPr>
            <p:ph type="body" sz="quarter" idx="15" hasCustomPrompt="1"/>
          </p:nvPr>
        </p:nvSpPr>
        <p:spPr>
          <a:xfrm>
            <a:off x="3478982" y="3969554"/>
            <a:ext cx="2383764"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38" name="Text Placeholder 14">
            <a:extLst>
              <a:ext uri="{FF2B5EF4-FFF2-40B4-BE49-F238E27FC236}">
                <a16:creationId xmlns:a16="http://schemas.microsoft.com/office/drawing/2014/main" id="{342C0572-2FB8-4C18-AD74-75A165321342}"/>
              </a:ext>
            </a:extLst>
          </p:cNvPr>
          <p:cNvSpPr>
            <a:spLocks noGrp="1"/>
          </p:cNvSpPr>
          <p:nvPr>
            <p:ph type="body" sz="quarter" idx="17" hasCustomPrompt="1"/>
          </p:nvPr>
        </p:nvSpPr>
        <p:spPr>
          <a:xfrm>
            <a:off x="6337478" y="3953422"/>
            <a:ext cx="2383765"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39" name="Text Placeholder 14">
            <a:extLst>
              <a:ext uri="{FF2B5EF4-FFF2-40B4-BE49-F238E27FC236}">
                <a16:creationId xmlns:a16="http://schemas.microsoft.com/office/drawing/2014/main" id="{3495EE04-F172-4AD4-8FE7-4A03B1CE4F82}"/>
              </a:ext>
            </a:extLst>
          </p:cNvPr>
          <p:cNvSpPr>
            <a:spLocks noGrp="1"/>
          </p:cNvSpPr>
          <p:nvPr>
            <p:ph type="body" sz="quarter" idx="19" hasCustomPrompt="1"/>
          </p:nvPr>
        </p:nvSpPr>
        <p:spPr>
          <a:xfrm>
            <a:off x="9188445" y="3953422"/>
            <a:ext cx="2383765"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40" name="Text Placeholder 14">
            <a:extLst>
              <a:ext uri="{FF2B5EF4-FFF2-40B4-BE49-F238E27FC236}">
                <a16:creationId xmlns:a16="http://schemas.microsoft.com/office/drawing/2014/main" id="{F23ABA12-4A7C-42A2-9A8E-9E7F1A2BB230}"/>
              </a:ext>
            </a:extLst>
          </p:cNvPr>
          <p:cNvSpPr>
            <a:spLocks noGrp="1"/>
          </p:cNvSpPr>
          <p:nvPr>
            <p:ph type="body" sz="quarter" idx="29" hasCustomPrompt="1"/>
          </p:nvPr>
        </p:nvSpPr>
        <p:spPr>
          <a:xfrm>
            <a:off x="3419503" y="3639417"/>
            <a:ext cx="2502719"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dirty="0"/>
              <a:t>Click to add title</a:t>
            </a:r>
          </a:p>
        </p:txBody>
      </p:sp>
      <p:sp>
        <p:nvSpPr>
          <p:cNvPr id="41" name="Text Placeholder 14">
            <a:extLst>
              <a:ext uri="{FF2B5EF4-FFF2-40B4-BE49-F238E27FC236}">
                <a16:creationId xmlns:a16="http://schemas.microsoft.com/office/drawing/2014/main" id="{1E11CB21-11BD-400A-BC43-71A9AFA9282B}"/>
              </a:ext>
            </a:extLst>
          </p:cNvPr>
          <p:cNvSpPr>
            <a:spLocks noGrp="1"/>
          </p:cNvSpPr>
          <p:nvPr>
            <p:ph type="body" sz="quarter" idx="30" hasCustomPrompt="1"/>
          </p:nvPr>
        </p:nvSpPr>
        <p:spPr>
          <a:xfrm>
            <a:off x="6337478" y="3639417"/>
            <a:ext cx="2383765"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dirty="0"/>
              <a:t>Click to add title</a:t>
            </a:r>
          </a:p>
        </p:txBody>
      </p:sp>
      <p:sp>
        <p:nvSpPr>
          <p:cNvPr id="42" name="Text Placeholder 14">
            <a:extLst>
              <a:ext uri="{FF2B5EF4-FFF2-40B4-BE49-F238E27FC236}">
                <a16:creationId xmlns:a16="http://schemas.microsoft.com/office/drawing/2014/main" id="{02DE0CA8-2A1F-49D8-B9B6-BF353B9808C6}"/>
              </a:ext>
            </a:extLst>
          </p:cNvPr>
          <p:cNvSpPr>
            <a:spLocks noGrp="1"/>
          </p:cNvSpPr>
          <p:nvPr>
            <p:ph type="body" sz="quarter" idx="31" hasCustomPrompt="1"/>
          </p:nvPr>
        </p:nvSpPr>
        <p:spPr>
          <a:xfrm>
            <a:off x="9188445" y="3639417"/>
            <a:ext cx="2383765"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dirty="0"/>
              <a:t>Click to add title</a:t>
            </a:r>
          </a:p>
        </p:txBody>
      </p:sp>
      <p:sp>
        <p:nvSpPr>
          <p:cNvPr id="2" name="Title 1">
            <a:extLst>
              <a:ext uri="{FF2B5EF4-FFF2-40B4-BE49-F238E27FC236}">
                <a16:creationId xmlns:a16="http://schemas.microsoft.com/office/drawing/2014/main" id="{D55D3DD0-ED40-47C1-B841-046E1D918B22}"/>
              </a:ext>
            </a:extLst>
          </p:cNvPr>
          <p:cNvSpPr>
            <a:spLocks noGrp="1"/>
          </p:cNvSpPr>
          <p:nvPr>
            <p:ph type="title" hasCustomPrompt="1"/>
          </p:nvPr>
        </p:nvSpPr>
        <p:spPr>
          <a:xfrm>
            <a:off x="2452697" y="1581912"/>
            <a:ext cx="7286605" cy="634323"/>
          </a:xfrm>
        </p:spPr>
        <p:txBody>
          <a:bodyPr>
            <a:normAutofit/>
          </a:bodyPr>
          <a:lstStyle>
            <a:lvl1pPr algn="ctr">
              <a:lnSpc>
                <a:spcPct val="125000"/>
              </a:lnSpc>
              <a:defRPr sz="2800">
                <a:ln w="19050">
                  <a:solidFill>
                    <a:schemeClr val="bg1"/>
                  </a:solidFill>
                </a:ln>
              </a:defRPr>
            </a:lvl1pPr>
          </a:lstStyle>
          <a:p>
            <a:r>
              <a:rPr lang="en-US" dirty="0"/>
              <a:t>Click to add title</a:t>
            </a:r>
          </a:p>
        </p:txBody>
      </p:sp>
      <p:sp>
        <p:nvSpPr>
          <p:cNvPr id="4" name="Picture Placeholder 3">
            <a:extLst>
              <a:ext uri="{FF2B5EF4-FFF2-40B4-BE49-F238E27FC236}">
                <a16:creationId xmlns:a16="http://schemas.microsoft.com/office/drawing/2014/main" id="{23C97099-E767-429A-80C6-731FB9D295F4}"/>
              </a:ext>
            </a:extLst>
          </p:cNvPr>
          <p:cNvSpPr>
            <a:spLocks noGrp="1"/>
          </p:cNvSpPr>
          <p:nvPr>
            <p:ph type="pic" sz="quarter" idx="32"/>
          </p:nvPr>
        </p:nvSpPr>
        <p:spPr>
          <a:xfrm>
            <a:off x="1510614" y="2847098"/>
            <a:ext cx="603504" cy="603504"/>
          </a:xfrm>
        </p:spPr>
        <p:txBody>
          <a:bodyPr anchor="ctr">
            <a:normAutofit/>
          </a:bodyPr>
          <a:lstStyle>
            <a:lvl1pPr marL="0" indent="0" algn="ctr">
              <a:buNone/>
              <a:defRPr sz="900">
                <a:solidFill>
                  <a:schemeClr val="bg1"/>
                </a:solidFill>
              </a:defRPr>
            </a:lvl1pPr>
          </a:lstStyle>
          <a:p>
            <a:r>
              <a:rPr lang="en-GB"/>
              <a:t>Click icon to add picture</a:t>
            </a:r>
            <a:endParaRPr lang="en-US" dirty="0"/>
          </a:p>
        </p:txBody>
      </p:sp>
      <p:sp>
        <p:nvSpPr>
          <p:cNvPr id="22" name="Picture Placeholder 3">
            <a:extLst>
              <a:ext uri="{FF2B5EF4-FFF2-40B4-BE49-F238E27FC236}">
                <a16:creationId xmlns:a16="http://schemas.microsoft.com/office/drawing/2014/main" id="{E2E22B87-E0E3-4234-B4FA-C9FC97DEDCB3}"/>
              </a:ext>
            </a:extLst>
          </p:cNvPr>
          <p:cNvSpPr>
            <a:spLocks noGrp="1"/>
          </p:cNvSpPr>
          <p:nvPr>
            <p:ph type="pic" sz="quarter" idx="33"/>
          </p:nvPr>
        </p:nvSpPr>
        <p:spPr>
          <a:xfrm>
            <a:off x="4369110" y="2847098"/>
            <a:ext cx="603504" cy="603504"/>
          </a:xfrm>
        </p:spPr>
        <p:txBody>
          <a:bodyPr anchor="ctr">
            <a:normAutofit/>
          </a:bodyPr>
          <a:lstStyle>
            <a:lvl1pPr marL="0" indent="0" algn="ctr">
              <a:buNone/>
              <a:defRPr sz="900">
                <a:solidFill>
                  <a:schemeClr val="bg1"/>
                </a:solidFill>
              </a:defRPr>
            </a:lvl1pPr>
          </a:lstStyle>
          <a:p>
            <a:r>
              <a:rPr lang="en-GB"/>
              <a:t>Click icon to add picture</a:t>
            </a:r>
            <a:endParaRPr lang="en-US" dirty="0"/>
          </a:p>
        </p:txBody>
      </p:sp>
      <p:sp>
        <p:nvSpPr>
          <p:cNvPr id="24" name="Picture Placeholder 3">
            <a:extLst>
              <a:ext uri="{FF2B5EF4-FFF2-40B4-BE49-F238E27FC236}">
                <a16:creationId xmlns:a16="http://schemas.microsoft.com/office/drawing/2014/main" id="{8EF1B794-5E10-4558-B229-0D8F5895CCAE}"/>
              </a:ext>
            </a:extLst>
          </p:cNvPr>
          <p:cNvSpPr>
            <a:spLocks noGrp="1"/>
          </p:cNvSpPr>
          <p:nvPr>
            <p:ph type="pic" sz="quarter" idx="34"/>
          </p:nvPr>
        </p:nvSpPr>
        <p:spPr>
          <a:xfrm>
            <a:off x="7227608" y="2847098"/>
            <a:ext cx="603504" cy="603504"/>
          </a:xfrm>
        </p:spPr>
        <p:txBody>
          <a:bodyPr anchor="ctr">
            <a:normAutofit/>
          </a:bodyPr>
          <a:lstStyle>
            <a:lvl1pPr marL="0" indent="0" algn="ctr">
              <a:buNone/>
              <a:defRPr sz="900">
                <a:solidFill>
                  <a:schemeClr val="bg1"/>
                </a:solidFill>
              </a:defRPr>
            </a:lvl1pPr>
          </a:lstStyle>
          <a:p>
            <a:r>
              <a:rPr lang="en-GB"/>
              <a:t>Click icon to add picture</a:t>
            </a:r>
            <a:endParaRPr lang="en-US" dirty="0"/>
          </a:p>
        </p:txBody>
      </p:sp>
      <p:sp>
        <p:nvSpPr>
          <p:cNvPr id="25" name="Picture Placeholder 3">
            <a:extLst>
              <a:ext uri="{FF2B5EF4-FFF2-40B4-BE49-F238E27FC236}">
                <a16:creationId xmlns:a16="http://schemas.microsoft.com/office/drawing/2014/main" id="{5ECB6791-2C34-417D-9AB9-03C9A8BBDF91}"/>
              </a:ext>
            </a:extLst>
          </p:cNvPr>
          <p:cNvSpPr>
            <a:spLocks noGrp="1"/>
          </p:cNvSpPr>
          <p:nvPr>
            <p:ph type="pic" sz="quarter" idx="35"/>
          </p:nvPr>
        </p:nvSpPr>
        <p:spPr>
          <a:xfrm>
            <a:off x="10078575" y="2847098"/>
            <a:ext cx="603504" cy="603504"/>
          </a:xfrm>
        </p:spPr>
        <p:txBody>
          <a:bodyPr anchor="ctr">
            <a:normAutofit/>
          </a:bodyPr>
          <a:lstStyle>
            <a:lvl1pPr marL="0" indent="0" algn="ctr">
              <a:buNone/>
              <a:defRPr sz="900">
                <a:solidFill>
                  <a:schemeClr val="bg1"/>
                </a:solidFill>
              </a:defRPr>
            </a:lvl1pPr>
          </a:lstStyle>
          <a:p>
            <a:r>
              <a:rPr lang="en-GB"/>
              <a:t>Click icon to add picture</a:t>
            </a:r>
            <a:endParaRPr lang="en-US" dirty="0"/>
          </a:p>
        </p:txBody>
      </p:sp>
    </p:spTree>
    <p:extLst>
      <p:ext uri="{BB962C8B-B14F-4D97-AF65-F5344CB8AC3E}">
        <p14:creationId xmlns:p14="http://schemas.microsoft.com/office/powerpoint/2010/main" val="34451929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ct Benefit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7C8E50C-1C7A-4E62-B38F-3E12A174C85B}"/>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7" name="Picture Placeholder 7">
            <a:extLst>
              <a:ext uri="{FF2B5EF4-FFF2-40B4-BE49-F238E27FC236}">
                <a16:creationId xmlns:a16="http://schemas.microsoft.com/office/drawing/2014/main" id="{7AF7405C-6DF9-4409-85F0-8C1DCCC0AC61}"/>
              </a:ext>
            </a:extLst>
          </p:cNvPr>
          <p:cNvSpPr>
            <a:spLocks noGrp="1"/>
          </p:cNvSpPr>
          <p:nvPr>
            <p:ph type="pic" sz="quarter" idx="13" hasCustomPrompt="1"/>
          </p:nvPr>
        </p:nvSpPr>
        <p:spPr>
          <a:xfrm>
            <a:off x="622570" y="729926"/>
            <a:ext cx="6456836" cy="5388772"/>
          </a:xfr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4C883B71-4A78-4B93-97F2-F54D7DC10020}"/>
              </a:ext>
            </a:extLst>
          </p:cNvPr>
          <p:cNvSpPr>
            <a:spLocks noGrp="1"/>
          </p:cNvSpPr>
          <p:nvPr>
            <p:ph type="title" hasCustomPrompt="1"/>
          </p:nvPr>
        </p:nvSpPr>
        <p:spPr>
          <a:xfrm>
            <a:off x="6467704" y="1881922"/>
            <a:ext cx="5749200" cy="3084630"/>
          </a:xfrm>
          <a:solidFill>
            <a:schemeClr val="bg2">
              <a:alpha val="93000"/>
            </a:schemeClr>
          </a:solidFill>
        </p:spPr>
        <p:txBody>
          <a:bodyPr lIns="694944" tIns="713232" anchor="t">
            <a:normAutofit/>
          </a:bodyPr>
          <a:lstStyle>
            <a:lvl1pPr algn="l">
              <a:lnSpc>
                <a:spcPct val="100000"/>
              </a:lnSpc>
              <a:defRPr sz="2800"/>
            </a:lvl1pPr>
          </a:lstStyle>
          <a:p>
            <a:r>
              <a:rPr lang="en-US" dirty="0"/>
              <a:t>Click to add title</a:t>
            </a:r>
          </a:p>
        </p:txBody>
      </p:sp>
      <p:sp>
        <p:nvSpPr>
          <p:cNvPr id="9" name="Text Placeholder 17">
            <a:extLst>
              <a:ext uri="{FF2B5EF4-FFF2-40B4-BE49-F238E27FC236}">
                <a16:creationId xmlns:a16="http://schemas.microsoft.com/office/drawing/2014/main" id="{83F286D7-A050-456B-BDD3-3FFAA21A8099}"/>
              </a:ext>
            </a:extLst>
          </p:cNvPr>
          <p:cNvSpPr>
            <a:spLocks noGrp="1"/>
          </p:cNvSpPr>
          <p:nvPr>
            <p:ph type="body" sz="quarter" idx="15" hasCustomPrompt="1"/>
          </p:nvPr>
        </p:nvSpPr>
        <p:spPr>
          <a:xfrm>
            <a:off x="7079405" y="3201410"/>
            <a:ext cx="4614604" cy="1291638"/>
          </a:xfrm>
        </p:spPr>
        <p:txBody>
          <a:bodyPr>
            <a:noAutofit/>
          </a:bodyPr>
          <a:lstStyle>
            <a:lvl1pPr marL="0" indent="0" algn="l">
              <a:lnSpc>
                <a:spcPct val="125000"/>
              </a:lnSpc>
              <a:buNone/>
              <a:defRPr sz="1400" spc="100" baseline="0">
                <a:solidFill>
                  <a:schemeClr val="accent2"/>
                </a:solidFill>
              </a:defRPr>
            </a:lvl1pPr>
          </a:lstStyle>
          <a:p>
            <a:pPr lvl="0"/>
            <a:r>
              <a:rPr lang="en-US"/>
              <a:t>Click to add text</a:t>
            </a:r>
          </a:p>
        </p:txBody>
      </p:sp>
      <p:sp>
        <p:nvSpPr>
          <p:cNvPr id="3" name="Date Placeholder 2">
            <a:extLst>
              <a:ext uri="{FF2B5EF4-FFF2-40B4-BE49-F238E27FC236}">
                <a16:creationId xmlns:a16="http://schemas.microsoft.com/office/drawing/2014/main" id="{4A927E28-2C60-4D18-8BB3-DC9627E13C59}"/>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4290EE45-541D-483E-A0B8-5997A2F98DA3}"/>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504E100B-E96A-45D4-9553-51CF2CBA55DD}"/>
              </a:ext>
            </a:extLst>
          </p:cNvPr>
          <p:cNvSpPr>
            <a:spLocks noGrp="1"/>
          </p:cNvSpPr>
          <p:nvPr>
            <p:ph type="sldNum" sz="quarter" idx="12"/>
          </p:nvPr>
        </p:nvSpPr>
        <p:spPr/>
        <p:txBody>
          <a:bodyPr/>
          <a:lstStyle/>
          <a:p>
            <a:fld id="{A402E4C0-AD5E-4E8C-9F21-7CCE474BDCEB}" type="slidenum">
              <a:rPr lang="en-US" smtClean="0"/>
              <a:t>‹#›</a:t>
            </a:fld>
            <a:endParaRPr lang="en-US" dirty="0"/>
          </a:p>
        </p:txBody>
      </p:sp>
    </p:spTree>
    <p:extLst>
      <p:ext uri="{BB962C8B-B14F-4D97-AF65-F5344CB8AC3E}">
        <p14:creationId xmlns:p14="http://schemas.microsoft.com/office/powerpoint/2010/main" val="17701240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ny Overview">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E757B982-FF4B-4902-B808-FC325983FD9C}"/>
              </a:ext>
            </a:extLst>
          </p:cNvPr>
          <p:cNvSpPr>
            <a:spLocks noGrp="1"/>
          </p:cNvSpPr>
          <p:nvPr>
            <p:ph type="pic" sz="quarter" idx="13" hasCustomPrompt="1"/>
          </p:nvPr>
        </p:nvSpPr>
        <p:spPr>
          <a:xfrm flipH="1">
            <a:off x="0" y="0"/>
            <a:ext cx="12192000" cy="6858000"/>
          </a:xfrm>
        </p:spPr>
        <p:txBody>
          <a:bodyPr/>
          <a:lstStyle>
            <a:lvl1pPr marL="0" indent="0" algn="ctr">
              <a:buNone/>
              <a:defRPr>
                <a:solidFill>
                  <a:schemeClr val="tx1"/>
                </a:solidFill>
              </a:defRPr>
            </a:lvl1pPr>
          </a:lstStyle>
          <a:p>
            <a:r>
              <a:rPr lang="en-US" dirty="0"/>
              <a:t>Click to add photo</a:t>
            </a:r>
          </a:p>
        </p:txBody>
      </p:sp>
      <p:sp>
        <p:nvSpPr>
          <p:cNvPr id="2" name="Title 1">
            <a:extLst>
              <a:ext uri="{FF2B5EF4-FFF2-40B4-BE49-F238E27FC236}">
                <a16:creationId xmlns:a16="http://schemas.microsoft.com/office/drawing/2014/main" id="{4D7337BF-9564-499D-91CE-9DDD9C969339}"/>
              </a:ext>
            </a:extLst>
          </p:cNvPr>
          <p:cNvSpPr>
            <a:spLocks noGrp="1"/>
          </p:cNvSpPr>
          <p:nvPr>
            <p:ph type="title" hasCustomPrompt="1"/>
          </p:nvPr>
        </p:nvSpPr>
        <p:spPr>
          <a:xfrm>
            <a:off x="1403350" y="1371599"/>
            <a:ext cx="9385300" cy="985791"/>
          </a:xfrm>
        </p:spPr>
        <p:txBody>
          <a:bodyPr>
            <a:noAutofit/>
          </a:bodyPr>
          <a:lstStyle>
            <a:lvl1pPr algn="ctr">
              <a:defRPr sz="5400">
                <a:ln w="19050">
                  <a:solidFill>
                    <a:schemeClr val="accent5"/>
                  </a:solidFill>
                </a:ln>
              </a:defRPr>
            </a:lvl1pPr>
          </a:lstStyle>
          <a:p>
            <a:r>
              <a:rPr lang="en-US" dirty="0"/>
              <a:t>Click to add title</a:t>
            </a:r>
          </a:p>
        </p:txBody>
      </p:sp>
    </p:spTree>
    <p:extLst>
      <p:ext uri="{BB962C8B-B14F-4D97-AF65-F5344CB8AC3E}">
        <p14:creationId xmlns:p14="http://schemas.microsoft.com/office/powerpoint/2010/main" val="36279003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siness Model">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684757-E21D-414B-B627-1E0D15F89CA8}"/>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11" name="Picture Placeholder 7">
            <a:extLst>
              <a:ext uri="{FF2B5EF4-FFF2-40B4-BE49-F238E27FC236}">
                <a16:creationId xmlns:a16="http://schemas.microsoft.com/office/drawing/2014/main" id="{927250C7-CB58-468C-B8BB-17DB85D4F242}"/>
              </a:ext>
            </a:extLst>
          </p:cNvPr>
          <p:cNvSpPr>
            <a:spLocks noGrp="1"/>
          </p:cNvSpPr>
          <p:nvPr>
            <p:ph type="pic" sz="quarter" idx="13" hasCustomPrompt="1"/>
          </p:nvPr>
        </p:nvSpPr>
        <p:spPr>
          <a:xfrm>
            <a:off x="5011738" y="0"/>
            <a:ext cx="7196930" cy="6867376"/>
          </a:xfr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376BB3F6-84AB-40BA-9D7D-7C1E13C0E159}"/>
              </a:ext>
            </a:extLst>
          </p:cNvPr>
          <p:cNvSpPr>
            <a:spLocks noGrp="1"/>
          </p:cNvSpPr>
          <p:nvPr>
            <p:ph type="title" hasCustomPrompt="1"/>
          </p:nvPr>
        </p:nvSpPr>
        <p:spPr>
          <a:xfrm>
            <a:off x="-1" y="1036629"/>
            <a:ext cx="6007099" cy="4784742"/>
          </a:xfrm>
          <a:solidFill>
            <a:schemeClr val="accent6">
              <a:alpha val="80000"/>
            </a:schemeClr>
          </a:solidFill>
        </p:spPr>
        <p:txBody>
          <a:bodyPr lIns="822960" tIns="640080" anchor="t">
            <a:normAutofit/>
          </a:bodyPr>
          <a:lstStyle>
            <a:lvl1pPr algn="l">
              <a:lnSpc>
                <a:spcPct val="100000"/>
              </a:lnSpc>
              <a:defRPr sz="2800"/>
            </a:lvl1pPr>
          </a:lstStyle>
          <a:p>
            <a:r>
              <a:rPr lang="en-US" dirty="0"/>
              <a:t>Click to add title</a:t>
            </a:r>
          </a:p>
        </p:txBody>
      </p:sp>
      <p:sp>
        <p:nvSpPr>
          <p:cNvPr id="16" name="Text Placeholder 14">
            <a:extLst>
              <a:ext uri="{FF2B5EF4-FFF2-40B4-BE49-F238E27FC236}">
                <a16:creationId xmlns:a16="http://schemas.microsoft.com/office/drawing/2014/main" id="{6A7AB969-4D8E-41B0-A403-6D1D41CD5167}"/>
              </a:ext>
            </a:extLst>
          </p:cNvPr>
          <p:cNvSpPr>
            <a:spLocks noGrp="1"/>
          </p:cNvSpPr>
          <p:nvPr>
            <p:ph type="body" sz="quarter" idx="22" hasCustomPrompt="1"/>
          </p:nvPr>
        </p:nvSpPr>
        <p:spPr>
          <a:xfrm>
            <a:off x="729016" y="2368506"/>
            <a:ext cx="4771030" cy="365125"/>
          </a:xfrm>
          <a:prstGeom prst="rect">
            <a:avLst/>
          </a:prstGeom>
        </p:spPr>
        <p:txBody>
          <a:bodyPr/>
          <a:lstStyle>
            <a:lvl1pPr marL="0" indent="0">
              <a:buNone/>
              <a:defRPr sz="1600" cap="all" spc="200" baseline="0">
                <a:solidFill>
                  <a:schemeClr val="accent2"/>
                </a:solidFill>
                <a:latin typeface="+mj-lt"/>
              </a:defRPr>
            </a:lvl1pPr>
          </a:lstStyle>
          <a:p>
            <a:pPr lvl="0"/>
            <a:r>
              <a:rPr lang="en-US"/>
              <a:t>Click to add title</a:t>
            </a:r>
          </a:p>
        </p:txBody>
      </p:sp>
      <p:sp>
        <p:nvSpPr>
          <p:cNvPr id="15" name="Text Placeholder 14">
            <a:extLst>
              <a:ext uri="{FF2B5EF4-FFF2-40B4-BE49-F238E27FC236}">
                <a16:creationId xmlns:a16="http://schemas.microsoft.com/office/drawing/2014/main" id="{08F82904-47D8-4EB9-A697-8ED11274C40F}"/>
              </a:ext>
            </a:extLst>
          </p:cNvPr>
          <p:cNvSpPr>
            <a:spLocks noGrp="1"/>
          </p:cNvSpPr>
          <p:nvPr>
            <p:ph type="body" sz="quarter" idx="18" hasCustomPrompt="1"/>
          </p:nvPr>
        </p:nvSpPr>
        <p:spPr>
          <a:xfrm>
            <a:off x="729017" y="2605040"/>
            <a:ext cx="4771030" cy="801073"/>
          </a:xfrm>
          <a:prstGeom prst="rect">
            <a:avLst/>
          </a:prstGeom>
        </p:spPr>
        <p:txBody>
          <a:bodyPr>
            <a:normAutofit/>
          </a:bodyPr>
          <a:lstStyle>
            <a:lvl1pPr marL="0" indent="0">
              <a:lnSpc>
                <a:spcPct val="114000"/>
              </a:lnSpc>
              <a:spcBef>
                <a:spcPts val="0"/>
              </a:spcBef>
              <a:buNone/>
              <a:defRPr sz="1400" cap="none" spc="100" baseline="0">
                <a:solidFill>
                  <a:schemeClr val="accent2"/>
                </a:solidFill>
                <a:latin typeface="+mn-lt"/>
              </a:defRPr>
            </a:lvl1pPr>
          </a:lstStyle>
          <a:p>
            <a:pPr lvl="0"/>
            <a:r>
              <a:rPr lang="en-US"/>
              <a:t>Click to add text</a:t>
            </a:r>
          </a:p>
        </p:txBody>
      </p:sp>
      <p:sp>
        <p:nvSpPr>
          <p:cNvPr id="22" name="Text Placeholder 14">
            <a:extLst>
              <a:ext uri="{FF2B5EF4-FFF2-40B4-BE49-F238E27FC236}">
                <a16:creationId xmlns:a16="http://schemas.microsoft.com/office/drawing/2014/main" id="{44501739-C457-4C98-A458-5B3639CFB821}"/>
              </a:ext>
            </a:extLst>
          </p:cNvPr>
          <p:cNvSpPr>
            <a:spLocks noGrp="1"/>
          </p:cNvSpPr>
          <p:nvPr>
            <p:ph type="body" sz="quarter" idx="24" hasCustomPrompt="1"/>
          </p:nvPr>
        </p:nvSpPr>
        <p:spPr>
          <a:xfrm>
            <a:off x="729016" y="3544629"/>
            <a:ext cx="4771030" cy="365125"/>
          </a:xfrm>
          <a:prstGeom prst="rect">
            <a:avLst/>
          </a:prstGeom>
        </p:spPr>
        <p:txBody>
          <a:bodyPr/>
          <a:lstStyle>
            <a:lvl1pPr marL="0" indent="0">
              <a:buNone/>
              <a:defRPr sz="1600" cap="all" spc="200" baseline="0">
                <a:solidFill>
                  <a:schemeClr val="accent2"/>
                </a:solidFill>
                <a:latin typeface="+mj-lt"/>
              </a:defRPr>
            </a:lvl1pPr>
          </a:lstStyle>
          <a:p>
            <a:pPr lvl="0"/>
            <a:r>
              <a:rPr lang="en-US"/>
              <a:t>Click to add title</a:t>
            </a:r>
          </a:p>
        </p:txBody>
      </p:sp>
      <p:sp>
        <p:nvSpPr>
          <p:cNvPr id="21" name="Text Placeholder 14">
            <a:extLst>
              <a:ext uri="{FF2B5EF4-FFF2-40B4-BE49-F238E27FC236}">
                <a16:creationId xmlns:a16="http://schemas.microsoft.com/office/drawing/2014/main" id="{503766A8-C36E-4337-9DB4-358A28B74319}"/>
              </a:ext>
            </a:extLst>
          </p:cNvPr>
          <p:cNvSpPr>
            <a:spLocks noGrp="1"/>
          </p:cNvSpPr>
          <p:nvPr>
            <p:ph type="body" sz="quarter" idx="23" hasCustomPrompt="1"/>
          </p:nvPr>
        </p:nvSpPr>
        <p:spPr>
          <a:xfrm>
            <a:off x="729017" y="3781163"/>
            <a:ext cx="4771030" cy="801073"/>
          </a:xfrm>
          <a:prstGeom prst="rect">
            <a:avLst/>
          </a:prstGeom>
        </p:spPr>
        <p:txBody>
          <a:bodyPr>
            <a:normAutofit/>
          </a:bodyPr>
          <a:lstStyle>
            <a:lvl1pPr marL="0" indent="0">
              <a:lnSpc>
                <a:spcPct val="114000"/>
              </a:lnSpc>
              <a:spcBef>
                <a:spcPts val="0"/>
              </a:spcBef>
              <a:buNone/>
              <a:defRPr sz="1400" cap="none" spc="100" baseline="0">
                <a:solidFill>
                  <a:schemeClr val="accent2"/>
                </a:solidFill>
                <a:latin typeface="+mn-lt"/>
              </a:defRPr>
            </a:lvl1pPr>
          </a:lstStyle>
          <a:p>
            <a:pPr lvl="0"/>
            <a:r>
              <a:rPr lang="en-US"/>
              <a:t>Click to add text</a:t>
            </a:r>
          </a:p>
        </p:txBody>
      </p:sp>
      <p:sp>
        <p:nvSpPr>
          <p:cNvPr id="24" name="Text Placeholder 14">
            <a:extLst>
              <a:ext uri="{FF2B5EF4-FFF2-40B4-BE49-F238E27FC236}">
                <a16:creationId xmlns:a16="http://schemas.microsoft.com/office/drawing/2014/main" id="{5F947925-2465-45AC-9A1E-7153477BBEEC}"/>
              </a:ext>
            </a:extLst>
          </p:cNvPr>
          <p:cNvSpPr>
            <a:spLocks noGrp="1"/>
          </p:cNvSpPr>
          <p:nvPr>
            <p:ph type="body" sz="quarter" idx="26" hasCustomPrompt="1"/>
          </p:nvPr>
        </p:nvSpPr>
        <p:spPr>
          <a:xfrm>
            <a:off x="729016" y="4739239"/>
            <a:ext cx="4771030" cy="365125"/>
          </a:xfrm>
          <a:prstGeom prst="rect">
            <a:avLst/>
          </a:prstGeom>
        </p:spPr>
        <p:txBody>
          <a:bodyPr/>
          <a:lstStyle>
            <a:lvl1pPr marL="0" indent="0">
              <a:buNone/>
              <a:defRPr sz="1600" cap="all" spc="200" baseline="0">
                <a:solidFill>
                  <a:schemeClr val="accent2"/>
                </a:solidFill>
                <a:latin typeface="+mj-lt"/>
              </a:defRPr>
            </a:lvl1pPr>
          </a:lstStyle>
          <a:p>
            <a:pPr lvl="0"/>
            <a:r>
              <a:rPr lang="en-US"/>
              <a:t>Click to add title</a:t>
            </a:r>
          </a:p>
        </p:txBody>
      </p:sp>
      <p:sp>
        <p:nvSpPr>
          <p:cNvPr id="23" name="Text Placeholder 14">
            <a:extLst>
              <a:ext uri="{FF2B5EF4-FFF2-40B4-BE49-F238E27FC236}">
                <a16:creationId xmlns:a16="http://schemas.microsoft.com/office/drawing/2014/main" id="{6FC86B0E-A85D-444A-BC2A-B7A5FF1D48D5}"/>
              </a:ext>
            </a:extLst>
          </p:cNvPr>
          <p:cNvSpPr>
            <a:spLocks noGrp="1"/>
          </p:cNvSpPr>
          <p:nvPr>
            <p:ph type="body" sz="quarter" idx="25" hasCustomPrompt="1"/>
          </p:nvPr>
        </p:nvSpPr>
        <p:spPr>
          <a:xfrm>
            <a:off x="729017" y="4975773"/>
            <a:ext cx="4771030" cy="546815"/>
          </a:xfrm>
          <a:prstGeom prst="rect">
            <a:avLst/>
          </a:prstGeom>
        </p:spPr>
        <p:txBody>
          <a:bodyPr>
            <a:normAutofit/>
          </a:bodyPr>
          <a:lstStyle>
            <a:lvl1pPr marL="0" indent="0">
              <a:lnSpc>
                <a:spcPct val="114000"/>
              </a:lnSpc>
              <a:spcBef>
                <a:spcPts val="0"/>
              </a:spcBef>
              <a:buNone/>
              <a:defRPr sz="1400" cap="none" spc="100" baseline="0">
                <a:solidFill>
                  <a:schemeClr val="accent2"/>
                </a:solidFill>
                <a:latin typeface="+mn-lt"/>
              </a:defRPr>
            </a:lvl1pPr>
          </a:lstStyle>
          <a:p>
            <a:pPr lvl="0"/>
            <a:r>
              <a:rPr lang="en-US"/>
              <a:t>Click to add text</a:t>
            </a:r>
          </a:p>
        </p:txBody>
      </p:sp>
      <p:sp>
        <p:nvSpPr>
          <p:cNvPr id="5" name="Date Placeholder 4">
            <a:extLst>
              <a:ext uri="{FF2B5EF4-FFF2-40B4-BE49-F238E27FC236}">
                <a16:creationId xmlns:a16="http://schemas.microsoft.com/office/drawing/2014/main" id="{BBA930A0-A89C-48EB-A039-375BDA735BBF}"/>
              </a:ext>
            </a:extLst>
          </p:cNvPr>
          <p:cNvSpPr>
            <a:spLocks noGrp="1"/>
          </p:cNvSpPr>
          <p:nvPr>
            <p:ph type="dt" sz="half" idx="10"/>
          </p:nvPr>
        </p:nvSpPr>
        <p:spPr/>
        <p:txBody>
          <a:bodyPr/>
          <a:lstStyle/>
          <a:p>
            <a:r>
              <a:rPr lang="en-US" dirty="0"/>
              <a:t>8/06/20XX</a:t>
            </a:r>
          </a:p>
        </p:txBody>
      </p:sp>
      <p:sp>
        <p:nvSpPr>
          <p:cNvPr id="6" name="Footer Placeholder 5">
            <a:extLst>
              <a:ext uri="{FF2B5EF4-FFF2-40B4-BE49-F238E27FC236}">
                <a16:creationId xmlns:a16="http://schemas.microsoft.com/office/drawing/2014/main" id="{A02A2494-B27D-418F-9D5E-8DE4FFB491B3}"/>
              </a:ext>
            </a:extLst>
          </p:cNvPr>
          <p:cNvSpPr>
            <a:spLocks noGrp="1"/>
          </p:cNvSpPr>
          <p:nvPr>
            <p:ph type="ftr" sz="quarter" idx="11"/>
          </p:nvPr>
        </p:nvSpPr>
        <p:spPr/>
        <p:txBody>
          <a:bodyPr/>
          <a:lstStyle/>
          <a:p>
            <a:r>
              <a:rPr lang="en-US" dirty="0"/>
              <a:t>PITCH DECK</a:t>
            </a:r>
          </a:p>
        </p:txBody>
      </p:sp>
      <p:sp>
        <p:nvSpPr>
          <p:cNvPr id="7" name="Slide Number Placeholder 6">
            <a:extLst>
              <a:ext uri="{FF2B5EF4-FFF2-40B4-BE49-F238E27FC236}">
                <a16:creationId xmlns:a16="http://schemas.microsoft.com/office/drawing/2014/main" id="{04B0DC46-AFFB-4CCA-B5AE-7028C4E26619}"/>
              </a:ext>
            </a:extLst>
          </p:cNvPr>
          <p:cNvSpPr>
            <a:spLocks noGrp="1"/>
          </p:cNvSpPr>
          <p:nvPr>
            <p:ph type="sldNum" sz="quarter" idx="12"/>
          </p:nvPr>
        </p:nvSpPr>
        <p:spPr/>
        <p:txBody>
          <a:bodyPr/>
          <a:lstStyle/>
          <a:p>
            <a:fld id="{A402E4C0-AD5E-4E8C-9F21-7CCE474BDCEB}" type="slidenum">
              <a:rPr lang="en-US" smtClean="0"/>
              <a:t>‹#›</a:t>
            </a:fld>
            <a:endParaRPr lang="en-US" dirty="0"/>
          </a:p>
        </p:txBody>
      </p:sp>
    </p:spTree>
    <p:extLst>
      <p:ext uri="{BB962C8B-B14F-4D97-AF65-F5344CB8AC3E}">
        <p14:creationId xmlns:p14="http://schemas.microsoft.com/office/powerpoint/2010/main" val="2331967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verview">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27D588-C832-4149-9B9F-D817459D8B7F}"/>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5" name="Date Placeholder 4">
            <a:extLst>
              <a:ext uri="{FF2B5EF4-FFF2-40B4-BE49-F238E27FC236}">
                <a16:creationId xmlns:a16="http://schemas.microsoft.com/office/drawing/2014/main" id="{A410CE2C-509A-4C33-AB34-6F278F1171B9}"/>
              </a:ext>
            </a:extLst>
          </p:cNvPr>
          <p:cNvSpPr>
            <a:spLocks noGrp="1"/>
          </p:cNvSpPr>
          <p:nvPr>
            <p:ph type="dt" sz="half" idx="10"/>
          </p:nvPr>
        </p:nvSpPr>
        <p:spPr/>
        <p:txBody>
          <a:bodyPr/>
          <a:lstStyle/>
          <a:p>
            <a:r>
              <a:rPr lang="en-US" dirty="0"/>
              <a:t>8/06/20XX</a:t>
            </a:r>
          </a:p>
        </p:txBody>
      </p:sp>
      <p:sp>
        <p:nvSpPr>
          <p:cNvPr id="6" name="Footer Placeholder 5">
            <a:extLst>
              <a:ext uri="{FF2B5EF4-FFF2-40B4-BE49-F238E27FC236}">
                <a16:creationId xmlns:a16="http://schemas.microsoft.com/office/drawing/2014/main" id="{78F06B8C-060C-4139-B354-239A56BB3422}"/>
              </a:ext>
            </a:extLst>
          </p:cNvPr>
          <p:cNvSpPr>
            <a:spLocks noGrp="1"/>
          </p:cNvSpPr>
          <p:nvPr>
            <p:ph type="ftr" sz="quarter" idx="11"/>
          </p:nvPr>
        </p:nvSpPr>
        <p:spPr/>
        <p:txBody>
          <a:bodyPr/>
          <a:lstStyle/>
          <a:p>
            <a:r>
              <a:rPr lang="en-US" dirty="0"/>
              <a:t>PITCH DECK</a:t>
            </a:r>
          </a:p>
        </p:txBody>
      </p:sp>
      <p:sp>
        <p:nvSpPr>
          <p:cNvPr id="7" name="Slide Number Placeholder 6">
            <a:extLst>
              <a:ext uri="{FF2B5EF4-FFF2-40B4-BE49-F238E27FC236}">
                <a16:creationId xmlns:a16="http://schemas.microsoft.com/office/drawing/2014/main" id="{957BE7C0-2680-40FD-88E4-27D6E7775DF3}"/>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0" name="Text Placeholder 14">
            <a:extLst>
              <a:ext uri="{FF2B5EF4-FFF2-40B4-BE49-F238E27FC236}">
                <a16:creationId xmlns:a16="http://schemas.microsoft.com/office/drawing/2014/main" id="{01941F94-25C7-46EC-89FE-B12B54F77CFA}"/>
              </a:ext>
            </a:extLst>
          </p:cNvPr>
          <p:cNvSpPr>
            <a:spLocks noGrp="1"/>
          </p:cNvSpPr>
          <p:nvPr>
            <p:ph type="body" sz="quarter" idx="20" hasCustomPrompt="1"/>
          </p:nvPr>
        </p:nvSpPr>
        <p:spPr>
          <a:xfrm>
            <a:off x="816075" y="4076963"/>
            <a:ext cx="3035881" cy="1485635"/>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sp>
        <p:nvSpPr>
          <p:cNvPr id="11" name="Text Placeholder 10">
            <a:extLst>
              <a:ext uri="{FF2B5EF4-FFF2-40B4-BE49-F238E27FC236}">
                <a16:creationId xmlns:a16="http://schemas.microsoft.com/office/drawing/2014/main" id="{1DE2747E-A71B-4917-8960-56D4F927D8C5}"/>
              </a:ext>
            </a:extLst>
          </p:cNvPr>
          <p:cNvSpPr>
            <a:spLocks noGrp="1"/>
          </p:cNvSpPr>
          <p:nvPr>
            <p:ph type="body" sz="quarter" idx="14" hasCustomPrompt="1"/>
          </p:nvPr>
        </p:nvSpPr>
        <p:spPr>
          <a:xfrm>
            <a:off x="1201068" y="2806964"/>
            <a:ext cx="2693128" cy="991689"/>
          </a:xfrm>
          <a:prstGeom prst="rect">
            <a:avLst/>
          </a:prstGeom>
        </p:spPr>
        <p:txBody>
          <a:bodyPr anchor="b"/>
          <a:lstStyle>
            <a:lvl1pPr marL="0" indent="0" algn="r">
              <a:buNone/>
              <a:defRPr sz="4000" kern="0" cap="all" spc="400" baseline="0">
                <a:solidFill>
                  <a:schemeClr val="accent5"/>
                </a:solidFill>
                <a:latin typeface="+mj-lt"/>
              </a:defRPr>
            </a:lvl1pPr>
          </a:lstStyle>
          <a:p>
            <a:pPr lvl="0"/>
            <a:r>
              <a:rPr lang="en-US"/>
              <a:t>Add title</a:t>
            </a:r>
          </a:p>
        </p:txBody>
      </p:sp>
      <p:sp>
        <p:nvSpPr>
          <p:cNvPr id="12" name="Text Placeholder 14">
            <a:extLst>
              <a:ext uri="{FF2B5EF4-FFF2-40B4-BE49-F238E27FC236}">
                <a16:creationId xmlns:a16="http://schemas.microsoft.com/office/drawing/2014/main" id="{B3830FC7-44D5-48CD-AA84-4E262F2EB8C8}"/>
              </a:ext>
            </a:extLst>
          </p:cNvPr>
          <p:cNvSpPr>
            <a:spLocks noGrp="1"/>
          </p:cNvSpPr>
          <p:nvPr>
            <p:ph type="body" sz="quarter" idx="21" hasCustomPrompt="1"/>
          </p:nvPr>
        </p:nvSpPr>
        <p:spPr>
          <a:xfrm>
            <a:off x="4689632" y="4076963"/>
            <a:ext cx="3035880" cy="1485635"/>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sp>
        <p:nvSpPr>
          <p:cNvPr id="13" name="Text Placeholder 14">
            <a:extLst>
              <a:ext uri="{FF2B5EF4-FFF2-40B4-BE49-F238E27FC236}">
                <a16:creationId xmlns:a16="http://schemas.microsoft.com/office/drawing/2014/main" id="{51F423C9-E1B4-4BD9-98A5-9397C32447D9}"/>
              </a:ext>
            </a:extLst>
          </p:cNvPr>
          <p:cNvSpPr>
            <a:spLocks noGrp="1"/>
          </p:cNvSpPr>
          <p:nvPr>
            <p:ph type="body" sz="quarter" idx="23" hasCustomPrompt="1"/>
          </p:nvPr>
        </p:nvSpPr>
        <p:spPr>
          <a:xfrm>
            <a:off x="8563187" y="4076963"/>
            <a:ext cx="3023761" cy="1485635"/>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cxnSp>
        <p:nvCxnSpPr>
          <p:cNvPr id="14" name="Straight Connector 13">
            <a:extLst>
              <a:ext uri="{FF2B5EF4-FFF2-40B4-BE49-F238E27FC236}">
                <a16:creationId xmlns:a16="http://schemas.microsoft.com/office/drawing/2014/main" id="{A0DF3CDE-1C08-4B0C-8DC3-9FCBBD3E61D4}"/>
              </a:ext>
            </a:extLst>
          </p:cNvPr>
          <p:cNvCxnSpPr>
            <a:cxnSpLocks/>
          </p:cNvCxnSpPr>
          <p:nvPr userDrawn="1"/>
        </p:nvCxnSpPr>
        <p:spPr>
          <a:xfrm>
            <a:off x="832513" y="3939883"/>
            <a:ext cx="2903678"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Text Placeholder 10">
            <a:extLst>
              <a:ext uri="{FF2B5EF4-FFF2-40B4-BE49-F238E27FC236}">
                <a16:creationId xmlns:a16="http://schemas.microsoft.com/office/drawing/2014/main" id="{C026C956-C6C4-4010-889F-B8D762036464}"/>
              </a:ext>
            </a:extLst>
          </p:cNvPr>
          <p:cNvSpPr>
            <a:spLocks noGrp="1"/>
          </p:cNvSpPr>
          <p:nvPr>
            <p:ph type="body" sz="quarter" idx="24" hasCustomPrompt="1"/>
          </p:nvPr>
        </p:nvSpPr>
        <p:spPr>
          <a:xfrm>
            <a:off x="5073324" y="2806964"/>
            <a:ext cx="2693128" cy="991689"/>
          </a:xfrm>
          <a:prstGeom prst="rect">
            <a:avLst/>
          </a:prstGeom>
        </p:spPr>
        <p:txBody>
          <a:bodyPr anchor="b"/>
          <a:lstStyle>
            <a:lvl1pPr marL="0" indent="0" algn="r">
              <a:buNone/>
              <a:defRPr sz="4000" kern="0" cap="all" spc="400" baseline="0">
                <a:solidFill>
                  <a:schemeClr val="accent5"/>
                </a:solidFill>
                <a:latin typeface="+mj-lt"/>
              </a:defRPr>
            </a:lvl1pPr>
          </a:lstStyle>
          <a:p>
            <a:pPr lvl="0"/>
            <a:r>
              <a:rPr lang="en-US"/>
              <a:t>Add title</a:t>
            </a:r>
          </a:p>
        </p:txBody>
      </p:sp>
      <p:sp>
        <p:nvSpPr>
          <p:cNvPr id="16" name="Text Placeholder 10">
            <a:extLst>
              <a:ext uri="{FF2B5EF4-FFF2-40B4-BE49-F238E27FC236}">
                <a16:creationId xmlns:a16="http://schemas.microsoft.com/office/drawing/2014/main" id="{A4D363AD-B16F-46C4-9856-EA9EAC699EF7}"/>
              </a:ext>
            </a:extLst>
          </p:cNvPr>
          <p:cNvSpPr>
            <a:spLocks noGrp="1"/>
          </p:cNvSpPr>
          <p:nvPr>
            <p:ph type="body" sz="quarter" idx="25" hasCustomPrompt="1"/>
          </p:nvPr>
        </p:nvSpPr>
        <p:spPr>
          <a:xfrm>
            <a:off x="8940173" y="2806964"/>
            <a:ext cx="2693128" cy="991689"/>
          </a:xfrm>
          <a:prstGeom prst="rect">
            <a:avLst/>
          </a:prstGeom>
        </p:spPr>
        <p:txBody>
          <a:bodyPr anchor="b"/>
          <a:lstStyle>
            <a:lvl1pPr marL="0" indent="0" algn="r">
              <a:buNone/>
              <a:defRPr sz="4000" kern="0" cap="all" spc="400" baseline="0">
                <a:solidFill>
                  <a:schemeClr val="accent5"/>
                </a:solidFill>
                <a:latin typeface="+mj-lt"/>
              </a:defRPr>
            </a:lvl1pPr>
          </a:lstStyle>
          <a:p>
            <a:pPr lvl="0"/>
            <a:r>
              <a:rPr lang="en-US" dirty="0"/>
              <a:t>Add title</a:t>
            </a:r>
          </a:p>
        </p:txBody>
      </p:sp>
      <p:cxnSp>
        <p:nvCxnSpPr>
          <p:cNvPr id="26" name="Straight Connector 25">
            <a:extLst>
              <a:ext uri="{FF2B5EF4-FFF2-40B4-BE49-F238E27FC236}">
                <a16:creationId xmlns:a16="http://schemas.microsoft.com/office/drawing/2014/main" id="{D6E9BAEE-70B0-4F15-B6B7-D5AE0227618F}"/>
              </a:ext>
            </a:extLst>
          </p:cNvPr>
          <p:cNvCxnSpPr>
            <a:cxnSpLocks/>
          </p:cNvCxnSpPr>
          <p:nvPr userDrawn="1"/>
        </p:nvCxnSpPr>
        <p:spPr>
          <a:xfrm>
            <a:off x="4699359" y="3939883"/>
            <a:ext cx="2903678"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F0848BB-EF65-4D43-AC18-9C4F4749CA6D}"/>
              </a:ext>
            </a:extLst>
          </p:cNvPr>
          <p:cNvCxnSpPr>
            <a:cxnSpLocks/>
          </p:cNvCxnSpPr>
          <p:nvPr userDrawn="1"/>
        </p:nvCxnSpPr>
        <p:spPr>
          <a:xfrm>
            <a:off x="8566207" y="3939883"/>
            <a:ext cx="2903678"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7CA7F01-3F2D-4396-A7D4-3D21C56D7FCC}"/>
              </a:ext>
            </a:extLst>
          </p:cNvPr>
          <p:cNvSpPr>
            <a:spLocks noGrp="1"/>
          </p:cNvSpPr>
          <p:nvPr>
            <p:ph type="title" hasCustomPrompt="1"/>
          </p:nvPr>
        </p:nvSpPr>
        <p:spPr>
          <a:xfrm>
            <a:off x="729016" y="1643321"/>
            <a:ext cx="4856634" cy="466344"/>
          </a:xfrm>
        </p:spPr>
        <p:txBody>
          <a:bodyPr>
            <a:noAutofit/>
          </a:bodyPr>
          <a:lstStyle>
            <a:lvl1pPr>
              <a:lnSpc>
                <a:spcPct val="100000"/>
              </a:lnSpc>
              <a:defRPr sz="2800">
                <a:ln w="19050">
                  <a:solidFill>
                    <a:schemeClr val="accent5"/>
                  </a:solidFill>
                </a:ln>
              </a:defRPr>
            </a:lvl1pPr>
          </a:lstStyle>
          <a:p>
            <a:r>
              <a:rPr lang="en-US" dirty="0"/>
              <a:t>Click to add title</a:t>
            </a:r>
          </a:p>
        </p:txBody>
      </p:sp>
    </p:spTree>
    <p:extLst>
      <p:ext uri="{BB962C8B-B14F-4D97-AF65-F5344CB8AC3E}">
        <p14:creationId xmlns:p14="http://schemas.microsoft.com/office/powerpoint/2010/main" val="3692045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6D8EB4-0AAB-4C86-96ED-AB74FA56A674}"/>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10" name="Picture Placeholder 7">
            <a:extLst>
              <a:ext uri="{FF2B5EF4-FFF2-40B4-BE49-F238E27FC236}">
                <a16:creationId xmlns:a16="http://schemas.microsoft.com/office/drawing/2014/main" id="{5DEE423F-FC4A-461D-8AA7-F7C14B806664}"/>
              </a:ext>
            </a:extLst>
          </p:cNvPr>
          <p:cNvSpPr>
            <a:spLocks noGrp="1"/>
          </p:cNvSpPr>
          <p:nvPr>
            <p:ph type="pic" sz="quarter" idx="13" hasCustomPrompt="1"/>
          </p:nvPr>
        </p:nvSpPr>
        <p:spPr>
          <a:xfrm>
            <a:off x="0" y="0"/>
            <a:ext cx="5334461" cy="6867376"/>
          </a:xfrm>
        </p:spPr>
        <p:txBody>
          <a:bodyPr/>
          <a:lstStyle>
            <a:lvl1pPr marL="0" indent="0" algn="ctr">
              <a:buNone/>
              <a:defRPr>
                <a:solidFill>
                  <a:schemeClr val="bg1"/>
                </a:solidFill>
              </a:defRPr>
            </a:lvl1pPr>
          </a:lstStyle>
          <a:p>
            <a:r>
              <a:rPr lang="en-US" dirty="0"/>
              <a:t>Click to add photo</a:t>
            </a:r>
          </a:p>
        </p:txBody>
      </p:sp>
      <p:sp>
        <p:nvSpPr>
          <p:cNvPr id="4" name="Date Placeholder 3">
            <a:extLst>
              <a:ext uri="{FF2B5EF4-FFF2-40B4-BE49-F238E27FC236}">
                <a16:creationId xmlns:a16="http://schemas.microsoft.com/office/drawing/2014/main" id="{A77D30EC-51F8-4EBE-9AC8-349D6E064E20}"/>
              </a:ext>
            </a:extLst>
          </p:cNvPr>
          <p:cNvSpPr>
            <a:spLocks noGrp="1"/>
          </p:cNvSpPr>
          <p:nvPr>
            <p:ph type="dt" sz="half" idx="10"/>
          </p:nvPr>
        </p:nvSpPr>
        <p:spPr/>
        <p:txBody>
          <a:bodyPr/>
          <a:lstStyle/>
          <a:p>
            <a:r>
              <a:rPr lang="en-US" dirty="0"/>
              <a:t>8/06/20XX</a:t>
            </a:r>
          </a:p>
        </p:txBody>
      </p:sp>
      <p:sp>
        <p:nvSpPr>
          <p:cNvPr id="14" name="Text Placeholder 10">
            <a:extLst>
              <a:ext uri="{FF2B5EF4-FFF2-40B4-BE49-F238E27FC236}">
                <a16:creationId xmlns:a16="http://schemas.microsoft.com/office/drawing/2014/main" id="{9EF7FC71-AF21-4CDA-8E86-E05EB4F1C442}"/>
              </a:ext>
            </a:extLst>
          </p:cNvPr>
          <p:cNvSpPr>
            <a:spLocks noGrp="1"/>
          </p:cNvSpPr>
          <p:nvPr>
            <p:ph type="body" sz="quarter" idx="18" hasCustomPrompt="1"/>
          </p:nvPr>
        </p:nvSpPr>
        <p:spPr>
          <a:xfrm>
            <a:off x="6353468" y="3260492"/>
            <a:ext cx="1152144" cy="768096"/>
          </a:xfrm>
          <a:prstGeom prst="rect">
            <a:avLst/>
          </a:prstGeom>
          <a:ln w="28575">
            <a:solidFill>
              <a:schemeClr val="accent5">
                <a:lumMod val="40000"/>
                <a:lumOff val="60000"/>
              </a:schemeClr>
            </a:solidFill>
          </a:ln>
        </p:spPr>
        <p:txBody>
          <a:bodyPr anchor="ctr"/>
          <a:lstStyle>
            <a:lvl1pPr marL="0" indent="0" algn="ctr">
              <a:buNone/>
              <a:defRPr sz="2400" cap="all" spc="100" baseline="0">
                <a:solidFill>
                  <a:schemeClr val="accent5">
                    <a:lumMod val="20000"/>
                    <a:lumOff val="80000"/>
                  </a:schemeClr>
                </a:solidFill>
                <a:latin typeface="+mj-lt"/>
              </a:defRPr>
            </a:lvl1pPr>
          </a:lstStyle>
          <a:p>
            <a:pPr lvl="0"/>
            <a:r>
              <a:rPr lang="en-US" dirty="0"/>
              <a:t>$2B</a:t>
            </a:r>
          </a:p>
        </p:txBody>
      </p:sp>
      <p:sp>
        <p:nvSpPr>
          <p:cNvPr id="5" name="Footer Placeholder 4">
            <a:extLst>
              <a:ext uri="{FF2B5EF4-FFF2-40B4-BE49-F238E27FC236}">
                <a16:creationId xmlns:a16="http://schemas.microsoft.com/office/drawing/2014/main" id="{9FE21B81-6A13-47D5-AD62-B1B0E4868044}"/>
              </a:ext>
            </a:extLst>
          </p:cNvPr>
          <p:cNvSpPr>
            <a:spLocks noGrp="1"/>
          </p:cNvSpPr>
          <p:nvPr>
            <p:ph type="ftr" sz="quarter" idx="11"/>
          </p:nvPr>
        </p:nvSpPr>
        <p:spPr/>
        <p:txBody>
          <a:bodyPr/>
          <a:lstStyle/>
          <a:p>
            <a:r>
              <a:rPr lang="en-US" dirty="0"/>
              <a:t>PITCH DECK</a:t>
            </a:r>
          </a:p>
        </p:txBody>
      </p:sp>
      <p:sp>
        <p:nvSpPr>
          <p:cNvPr id="6" name="Slide Number Placeholder 5">
            <a:extLst>
              <a:ext uri="{FF2B5EF4-FFF2-40B4-BE49-F238E27FC236}">
                <a16:creationId xmlns:a16="http://schemas.microsoft.com/office/drawing/2014/main" id="{E12BB476-8DFF-468F-B950-1F980EB4D5CD}"/>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6" name="Text Placeholder 10">
            <a:extLst>
              <a:ext uri="{FF2B5EF4-FFF2-40B4-BE49-F238E27FC236}">
                <a16:creationId xmlns:a16="http://schemas.microsoft.com/office/drawing/2014/main" id="{BF893A53-04CF-497B-9C3D-502C92BA0DAE}"/>
              </a:ext>
            </a:extLst>
          </p:cNvPr>
          <p:cNvSpPr>
            <a:spLocks noGrp="1"/>
          </p:cNvSpPr>
          <p:nvPr>
            <p:ph type="body" sz="quarter" idx="20" hasCustomPrompt="1"/>
          </p:nvPr>
        </p:nvSpPr>
        <p:spPr>
          <a:xfrm>
            <a:off x="6353467" y="4773463"/>
            <a:ext cx="1152144" cy="768096"/>
          </a:xfrm>
          <a:prstGeom prst="rect">
            <a:avLst/>
          </a:prstGeom>
          <a:ln w="28575">
            <a:solidFill>
              <a:schemeClr val="accent5">
                <a:lumMod val="40000"/>
                <a:lumOff val="60000"/>
              </a:schemeClr>
            </a:solidFill>
          </a:ln>
        </p:spPr>
        <p:txBody>
          <a:bodyPr anchor="ctr"/>
          <a:lstStyle>
            <a:lvl1pPr marL="0" indent="0" algn="ctr">
              <a:buNone/>
              <a:defRPr sz="2400" cap="all" spc="100" baseline="0">
                <a:solidFill>
                  <a:schemeClr val="accent5">
                    <a:lumMod val="20000"/>
                    <a:lumOff val="80000"/>
                  </a:schemeClr>
                </a:solidFill>
                <a:latin typeface="+mj-lt"/>
              </a:defRPr>
            </a:lvl1pPr>
          </a:lstStyle>
          <a:p>
            <a:pPr lvl="0"/>
            <a:r>
              <a:rPr lang="en-US" dirty="0"/>
              <a:t>$1B</a:t>
            </a:r>
          </a:p>
        </p:txBody>
      </p:sp>
      <p:sp>
        <p:nvSpPr>
          <p:cNvPr id="11" name="Text Placeholder 10">
            <a:extLst>
              <a:ext uri="{FF2B5EF4-FFF2-40B4-BE49-F238E27FC236}">
                <a16:creationId xmlns:a16="http://schemas.microsoft.com/office/drawing/2014/main" id="{58BD5CDD-220E-41E0-82DD-820C0D834A48}"/>
              </a:ext>
            </a:extLst>
          </p:cNvPr>
          <p:cNvSpPr>
            <a:spLocks noGrp="1"/>
          </p:cNvSpPr>
          <p:nvPr>
            <p:ph type="body" sz="quarter" idx="27" hasCustomPrompt="1"/>
          </p:nvPr>
        </p:nvSpPr>
        <p:spPr>
          <a:xfrm>
            <a:off x="7817970" y="1609772"/>
            <a:ext cx="3365003" cy="1171533"/>
          </a:xfrm>
          <a:prstGeom prst="rect">
            <a:avLst/>
          </a:prstGeom>
        </p:spPr>
        <p:txBody>
          <a:bodyPr anchor="t">
            <a:noAutofit/>
          </a:bodyPr>
          <a:lstStyle>
            <a:lvl1pPr marL="0" indent="0" algn="l">
              <a:lnSpc>
                <a:spcPct val="125000"/>
              </a:lnSpc>
              <a:spcBef>
                <a:spcPts val="500"/>
              </a:spcBef>
              <a:buNone/>
              <a:defRPr sz="1400" cap="none" spc="100" baseline="0">
                <a:solidFill>
                  <a:schemeClr val="bg1"/>
                </a:solidFill>
                <a:latin typeface="+mn-lt"/>
              </a:defRPr>
            </a:lvl1pPr>
          </a:lstStyle>
          <a:p>
            <a:pPr lvl="0"/>
            <a:r>
              <a:rPr lang="en-US" dirty="0"/>
              <a:t>Click to add text</a:t>
            </a:r>
          </a:p>
        </p:txBody>
      </p:sp>
      <p:sp>
        <p:nvSpPr>
          <p:cNvPr id="12" name="Text Placeholder 10">
            <a:extLst>
              <a:ext uri="{FF2B5EF4-FFF2-40B4-BE49-F238E27FC236}">
                <a16:creationId xmlns:a16="http://schemas.microsoft.com/office/drawing/2014/main" id="{253384AB-173D-4216-A221-BFA565FC127C}"/>
              </a:ext>
            </a:extLst>
          </p:cNvPr>
          <p:cNvSpPr>
            <a:spLocks noGrp="1"/>
          </p:cNvSpPr>
          <p:nvPr>
            <p:ph type="body" sz="quarter" idx="16" hasCustomPrompt="1"/>
          </p:nvPr>
        </p:nvSpPr>
        <p:spPr>
          <a:xfrm>
            <a:off x="6347375" y="1747520"/>
            <a:ext cx="1152144" cy="768096"/>
          </a:xfrm>
          <a:prstGeom prst="rect">
            <a:avLst/>
          </a:prstGeom>
          <a:ln w="28575">
            <a:solidFill>
              <a:schemeClr val="accent5">
                <a:lumMod val="40000"/>
                <a:lumOff val="60000"/>
              </a:schemeClr>
            </a:solidFill>
          </a:ln>
        </p:spPr>
        <p:txBody>
          <a:bodyPr anchor="ctr"/>
          <a:lstStyle>
            <a:lvl1pPr marL="0" indent="0" algn="ctr">
              <a:buNone/>
              <a:defRPr sz="2400" cap="all" spc="100" baseline="0">
                <a:solidFill>
                  <a:schemeClr val="accent5">
                    <a:lumMod val="20000"/>
                    <a:lumOff val="80000"/>
                  </a:schemeClr>
                </a:solidFill>
                <a:latin typeface="+mj-lt"/>
              </a:defRPr>
            </a:lvl1pPr>
          </a:lstStyle>
          <a:p>
            <a:pPr lvl="0"/>
            <a:r>
              <a:rPr lang="en-US" dirty="0"/>
              <a:t>$3B</a:t>
            </a:r>
          </a:p>
        </p:txBody>
      </p:sp>
      <p:sp>
        <p:nvSpPr>
          <p:cNvPr id="20" name="Text Placeholder 10">
            <a:extLst>
              <a:ext uri="{FF2B5EF4-FFF2-40B4-BE49-F238E27FC236}">
                <a16:creationId xmlns:a16="http://schemas.microsoft.com/office/drawing/2014/main" id="{45638026-D669-4C2A-82A4-5F35D27DCA4D}"/>
              </a:ext>
            </a:extLst>
          </p:cNvPr>
          <p:cNvSpPr>
            <a:spLocks noGrp="1"/>
          </p:cNvSpPr>
          <p:nvPr>
            <p:ph type="body" sz="quarter" idx="28" hasCustomPrompt="1"/>
          </p:nvPr>
        </p:nvSpPr>
        <p:spPr>
          <a:xfrm>
            <a:off x="7817970" y="3129515"/>
            <a:ext cx="3365003" cy="1170432"/>
          </a:xfrm>
          <a:prstGeom prst="rect">
            <a:avLst/>
          </a:prstGeom>
        </p:spPr>
        <p:txBody>
          <a:bodyPr anchor="t">
            <a:noAutofit/>
          </a:bodyPr>
          <a:lstStyle>
            <a:lvl1pPr marL="0" indent="0" algn="l">
              <a:lnSpc>
                <a:spcPct val="125000"/>
              </a:lnSpc>
              <a:spcBef>
                <a:spcPts val="500"/>
              </a:spcBef>
              <a:buNone/>
              <a:defRPr sz="1400" cap="none" spc="100" baseline="0">
                <a:solidFill>
                  <a:schemeClr val="bg1"/>
                </a:solidFill>
                <a:latin typeface="+mn-lt"/>
              </a:defRPr>
            </a:lvl1pPr>
          </a:lstStyle>
          <a:p>
            <a:pPr lvl="0"/>
            <a:r>
              <a:rPr lang="en-US" dirty="0"/>
              <a:t>Click to add text</a:t>
            </a:r>
          </a:p>
        </p:txBody>
      </p:sp>
      <p:sp>
        <p:nvSpPr>
          <p:cNvPr id="21" name="Text Placeholder 10">
            <a:extLst>
              <a:ext uri="{FF2B5EF4-FFF2-40B4-BE49-F238E27FC236}">
                <a16:creationId xmlns:a16="http://schemas.microsoft.com/office/drawing/2014/main" id="{A19EAA97-D0F2-464B-8450-83BF202CECF3}"/>
              </a:ext>
            </a:extLst>
          </p:cNvPr>
          <p:cNvSpPr>
            <a:spLocks noGrp="1"/>
          </p:cNvSpPr>
          <p:nvPr>
            <p:ph type="body" sz="quarter" idx="29" hasCustomPrompt="1"/>
          </p:nvPr>
        </p:nvSpPr>
        <p:spPr>
          <a:xfrm>
            <a:off x="7817970" y="4648156"/>
            <a:ext cx="3365003" cy="1170432"/>
          </a:xfrm>
          <a:prstGeom prst="rect">
            <a:avLst/>
          </a:prstGeom>
        </p:spPr>
        <p:txBody>
          <a:bodyPr anchor="t">
            <a:noAutofit/>
          </a:bodyPr>
          <a:lstStyle>
            <a:lvl1pPr marL="0" indent="0" algn="l">
              <a:lnSpc>
                <a:spcPct val="125000"/>
              </a:lnSpc>
              <a:spcBef>
                <a:spcPts val="500"/>
              </a:spcBef>
              <a:buNone/>
              <a:defRPr sz="1400" cap="none" spc="100" baseline="0">
                <a:solidFill>
                  <a:schemeClr val="bg1"/>
                </a:solidFill>
                <a:latin typeface="+mn-lt"/>
              </a:defRPr>
            </a:lvl1pPr>
          </a:lstStyle>
          <a:p>
            <a:pPr lvl="0"/>
            <a:r>
              <a:rPr lang="en-US" dirty="0"/>
              <a:t>Click to add text</a:t>
            </a:r>
          </a:p>
        </p:txBody>
      </p:sp>
      <p:sp>
        <p:nvSpPr>
          <p:cNvPr id="2" name="Title 1">
            <a:extLst>
              <a:ext uri="{FF2B5EF4-FFF2-40B4-BE49-F238E27FC236}">
                <a16:creationId xmlns:a16="http://schemas.microsoft.com/office/drawing/2014/main" id="{5DFF2174-FDCE-466A-8A4C-06AD6CAA4401}"/>
              </a:ext>
            </a:extLst>
          </p:cNvPr>
          <p:cNvSpPr>
            <a:spLocks noGrp="1"/>
          </p:cNvSpPr>
          <p:nvPr>
            <p:ph type="title" hasCustomPrompt="1"/>
          </p:nvPr>
        </p:nvSpPr>
        <p:spPr>
          <a:xfrm>
            <a:off x="6207016" y="746631"/>
            <a:ext cx="5184648" cy="466344"/>
          </a:xfrm>
        </p:spPr>
        <p:txBody>
          <a:bodyPr>
            <a:noAutofit/>
          </a:bodyPr>
          <a:lstStyle>
            <a:lvl1pPr>
              <a:lnSpc>
                <a:spcPct val="100000"/>
              </a:lnSpc>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9723222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bg>
      <p:bgPr>
        <a:solidFill>
          <a:schemeClr val="bg2">
            <a:lumMod val="10000"/>
          </a:schemeClr>
        </a:solidFill>
        <a:effectLst/>
      </p:bgPr>
    </p:bg>
    <p:spTree>
      <p:nvGrpSpPr>
        <p:cNvPr id="1" name=""/>
        <p:cNvGrpSpPr/>
        <p:nvPr/>
      </p:nvGrpSpPr>
      <p:grpSpPr>
        <a:xfrm>
          <a:off x="0" y="0"/>
          <a:ext cx="0" cy="0"/>
          <a:chOff x="0" y="0"/>
          <a:chExt cx="0" cy="0"/>
        </a:xfrm>
      </p:grpSpPr>
      <p:sp>
        <p:nvSpPr>
          <p:cNvPr id="21" name="Picture Placeholder 7">
            <a:extLst>
              <a:ext uri="{FF2B5EF4-FFF2-40B4-BE49-F238E27FC236}">
                <a16:creationId xmlns:a16="http://schemas.microsoft.com/office/drawing/2014/main" id="{9216DCA9-E871-422D-B12D-3E1C39ACD2ED}"/>
              </a:ext>
            </a:extLst>
          </p:cNvPr>
          <p:cNvSpPr>
            <a:spLocks noGrp="1"/>
          </p:cNvSpPr>
          <p:nvPr>
            <p:ph type="pic" sz="quarter" idx="28" hasCustomPrompt="1"/>
          </p:nvPr>
        </p:nvSpPr>
        <p:spPr>
          <a:xfrm rot="5400000" flipH="1">
            <a:off x="-2092961" y="2092960"/>
            <a:ext cx="6858002" cy="2672081"/>
          </a:xfrm>
        </p:spPr>
        <p:txBody>
          <a:bodyPr/>
          <a:lstStyle>
            <a:lvl1pPr marL="0" indent="0" algn="ctr">
              <a:buNone/>
              <a:defRPr>
                <a:solidFill>
                  <a:schemeClr val="bg1"/>
                </a:solidFill>
              </a:defRPr>
            </a:lvl1pPr>
          </a:lstStyle>
          <a:p>
            <a:r>
              <a:rPr lang="en-US" dirty="0"/>
              <a:t>Click to add photo</a:t>
            </a:r>
          </a:p>
        </p:txBody>
      </p:sp>
      <p:sp>
        <p:nvSpPr>
          <p:cNvPr id="4" name="Date Placeholder 3">
            <a:extLst>
              <a:ext uri="{FF2B5EF4-FFF2-40B4-BE49-F238E27FC236}">
                <a16:creationId xmlns:a16="http://schemas.microsoft.com/office/drawing/2014/main" id="{56754628-3BB3-414A-88E4-67B3809A62CD}"/>
              </a:ext>
            </a:extLst>
          </p:cNvPr>
          <p:cNvSpPr>
            <a:spLocks noGrp="1"/>
          </p:cNvSpPr>
          <p:nvPr>
            <p:ph type="dt" sz="half" idx="10"/>
          </p:nvPr>
        </p:nvSpPr>
        <p:spPr/>
        <p:txBody>
          <a:bodyPr/>
          <a:lstStyle/>
          <a:p>
            <a:r>
              <a:rPr lang="en-US" dirty="0"/>
              <a:t>8/06/20XX</a:t>
            </a:r>
          </a:p>
        </p:txBody>
      </p:sp>
      <p:sp>
        <p:nvSpPr>
          <p:cNvPr id="5" name="Footer Placeholder 4">
            <a:extLst>
              <a:ext uri="{FF2B5EF4-FFF2-40B4-BE49-F238E27FC236}">
                <a16:creationId xmlns:a16="http://schemas.microsoft.com/office/drawing/2014/main" id="{33D99CEA-3489-476A-9C9D-ED977FE6EA33}"/>
              </a:ext>
            </a:extLst>
          </p:cNvPr>
          <p:cNvSpPr>
            <a:spLocks noGrp="1"/>
          </p:cNvSpPr>
          <p:nvPr>
            <p:ph type="ftr" sz="quarter" idx="11"/>
          </p:nvPr>
        </p:nvSpPr>
        <p:spPr/>
        <p:txBody>
          <a:bodyPr/>
          <a:lstStyle/>
          <a:p>
            <a:r>
              <a:rPr lang="en-US" dirty="0"/>
              <a:t>PITCH DECK</a:t>
            </a:r>
          </a:p>
        </p:txBody>
      </p:sp>
      <p:sp>
        <p:nvSpPr>
          <p:cNvPr id="6" name="Slide Number Placeholder 5">
            <a:extLst>
              <a:ext uri="{FF2B5EF4-FFF2-40B4-BE49-F238E27FC236}">
                <a16:creationId xmlns:a16="http://schemas.microsoft.com/office/drawing/2014/main" id="{1DCD55B0-9BDF-49CC-B30F-96112214E7A5}"/>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7" name="Text Placeholder 10">
            <a:extLst>
              <a:ext uri="{FF2B5EF4-FFF2-40B4-BE49-F238E27FC236}">
                <a16:creationId xmlns:a16="http://schemas.microsoft.com/office/drawing/2014/main" id="{F9CF3D99-4BB8-4944-A82E-385209DF3D61}"/>
              </a:ext>
            </a:extLst>
          </p:cNvPr>
          <p:cNvSpPr>
            <a:spLocks noGrp="1"/>
          </p:cNvSpPr>
          <p:nvPr>
            <p:ph type="body" sz="quarter" idx="27" hasCustomPrompt="1"/>
          </p:nvPr>
        </p:nvSpPr>
        <p:spPr>
          <a:xfrm>
            <a:off x="2811826" y="2881982"/>
            <a:ext cx="3975054" cy="2966740"/>
          </a:xfrm>
          <a:prstGeom prst="rect">
            <a:avLst/>
          </a:prstGeom>
        </p:spPr>
        <p:txBody>
          <a:bodyPr anchor="t">
            <a:normAutofit/>
          </a:bodyPr>
          <a:lstStyle>
            <a:lvl1pPr marL="0" indent="0" algn="l">
              <a:lnSpc>
                <a:spcPct val="125000"/>
              </a:lnSpc>
              <a:spcBef>
                <a:spcPts val="1000"/>
              </a:spcBef>
              <a:buNone/>
              <a:defRPr sz="1400" cap="none" spc="100" baseline="0">
                <a:solidFill>
                  <a:schemeClr val="bg1"/>
                </a:solidFill>
                <a:latin typeface="+mn-lt"/>
              </a:defRPr>
            </a:lvl1pPr>
          </a:lstStyle>
          <a:p>
            <a:pPr lvl="0"/>
            <a:r>
              <a:rPr lang="en-US"/>
              <a:t>Click to add text</a:t>
            </a:r>
          </a:p>
        </p:txBody>
      </p:sp>
      <p:sp>
        <p:nvSpPr>
          <p:cNvPr id="18" name="Text Placeholder 10">
            <a:extLst>
              <a:ext uri="{FF2B5EF4-FFF2-40B4-BE49-F238E27FC236}">
                <a16:creationId xmlns:a16="http://schemas.microsoft.com/office/drawing/2014/main" id="{083CED13-2FB7-4DA4-87BD-B5AEF0C63104}"/>
              </a:ext>
            </a:extLst>
          </p:cNvPr>
          <p:cNvSpPr>
            <a:spLocks noGrp="1"/>
          </p:cNvSpPr>
          <p:nvPr>
            <p:ph type="body" sz="quarter" idx="16" hasCustomPrompt="1"/>
          </p:nvPr>
        </p:nvSpPr>
        <p:spPr>
          <a:xfrm>
            <a:off x="2811826" y="2502477"/>
            <a:ext cx="3975054" cy="426393"/>
          </a:xfrm>
          <a:prstGeom prst="rect">
            <a:avLst/>
          </a:prstGeom>
        </p:spPr>
        <p:txBody>
          <a:bodyPr anchor="b">
            <a:normAutofit/>
          </a:bodyPr>
          <a:lstStyle>
            <a:lvl1pPr marL="0" indent="0" algn="l">
              <a:buNone/>
              <a:defRPr sz="1600" cap="all" spc="100" baseline="0">
                <a:solidFill>
                  <a:schemeClr val="accent6"/>
                </a:solidFill>
                <a:latin typeface="+mj-lt"/>
              </a:defRPr>
            </a:lvl1pPr>
          </a:lstStyle>
          <a:p>
            <a:pPr lvl="0"/>
            <a:r>
              <a:rPr lang="en-US"/>
              <a:t>Click to add subtitle</a:t>
            </a:r>
          </a:p>
        </p:txBody>
      </p:sp>
      <p:sp>
        <p:nvSpPr>
          <p:cNvPr id="19" name="Text Placeholder 10">
            <a:extLst>
              <a:ext uri="{FF2B5EF4-FFF2-40B4-BE49-F238E27FC236}">
                <a16:creationId xmlns:a16="http://schemas.microsoft.com/office/drawing/2014/main" id="{D240762F-003B-4B0E-A561-6734EA9AC853}"/>
              </a:ext>
            </a:extLst>
          </p:cNvPr>
          <p:cNvSpPr>
            <a:spLocks noGrp="1"/>
          </p:cNvSpPr>
          <p:nvPr>
            <p:ph type="body" sz="quarter" idx="17" hasCustomPrompt="1"/>
          </p:nvPr>
        </p:nvSpPr>
        <p:spPr>
          <a:xfrm>
            <a:off x="7378746" y="2881982"/>
            <a:ext cx="3695653" cy="2966740"/>
          </a:xfrm>
          <a:prstGeom prst="rect">
            <a:avLst/>
          </a:prstGeom>
        </p:spPr>
        <p:txBody>
          <a:bodyPr anchor="t">
            <a:normAutofit/>
          </a:bodyPr>
          <a:lstStyle>
            <a:lvl1pPr marL="0" indent="0" algn="l">
              <a:lnSpc>
                <a:spcPct val="125000"/>
              </a:lnSpc>
              <a:spcBef>
                <a:spcPts val="1000"/>
              </a:spcBef>
              <a:buNone/>
              <a:defRPr sz="1400" cap="none" spc="100" baseline="0">
                <a:solidFill>
                  <a:schemeClr val="bg1"/>
                </a:solidFill>
                <a:latin typeface="+mn-lt"/>
              </a:defRPr>
            </a:lvl1pPr>
          </a:lstStyle>
          <a:p>
            <a:pPr lvl="0"/>
            <a:r>
              <a:rPr lang="en-US"/>
              <a:t>Click to add text</a:t>
            </a:r>
          </a:p>
        </p:txBody>
      </p:sp>
      <p:sp>
        <p:nvSpPr>
          <p:cNvPr id="20" name="Text Placeholder 10">
            <a:extLst>
              <a:ext uri="{FF2B5EF4-FFF2-40B4-BE49-F238E27FC236}">
                <a16:creationId xmlns:a16="http://schemas.microsoft.com/office/drawing/2014/main" id="{387E9583-831E-4863-9A96-3E583A98F28D}"/>
              </a:ext>
            </a:extLst>
          </p:cNvPr>
          <p:cNvSpPr>
            <a:spLocks noGrp="1"/>
          </p:cNvSpPr>
          <p:nvPr>
            <p:ph type="body" sz="quarter" idx="18" hasCustomPrompt="1"/>
          </p:nvPr>
        </p:nvSpPr>
        <p:spPr>
          <a:xfrm>
            <a:off x="7378746" y="2502477"/>
            <a:ext cx="3695653" cy="426393"/>
          </a:xfrm>
          <a:prstGeom prst="rect">
            <a:avLst/>
          </a:prstGeom>
        </p:spPr>
        <p:txBody>
          <a:bodyPr anchor="b">
            <a:normAutofit/>
          </a:bodyPr>
          <a:lstStyle>
            <a:lvl1pPr marL="0" indent="0" algn="l">
              <a:buNone/>
              <a:defRPr sz="1600" cap="all" spc="100" baseline="0">
                <a:solidFill>
                  <a:schemeClr val="accent6"/>
                </a:solidFill>
                <a:latin typeface="+mj-lt"/>
              </a:defRPr>
            </a:lvl1pPr>
          </a:lstStyle>
          <a:p>
            <a:pPr lvl="0"/>
            <a:r>
              <a:rPr lang="en-US"/>
              <a:t>Click to add subtitle</a:t>
            </a:r>
          </a:p>
        </p:txBody>
      </p:sp>
      <p:sp>
        <p:nvSpPr>
          <p:cNvPr id="2" name="Title 1">
            <a:extLst>
              <a:ext uri="{FF2B5EF4-FFF2-40B4-BE49-F238E27FC236}">
                <a16:creationId xmlns:a16="http://schemas.microsoft.com/office/drawing/2014/main" id="{E96F4071-8FD4-4FF1-BA06-DD4D780FE455}"/>
              </a:ext>
            </a:extLst>
          </p:cNvPr>
          <p:cNvSpPr>
            <a:spLocks noGrp="1"/>
          </p:cNvSpPr>
          <p:nvPr>
            <p:ph type="title" hasCustomPrompt="1"/>
          </p:nvPr>
        </p:nvSpPr>
        <p:spPr>
          <a:xfrm>
            <a:off x="2796032" y="1649421"/>
            <a:ext cx="5184648" cy="466344"/>
          </a:xfrm>
        </p:spPr>
        <p:txBody>
          <a:bodyPr>
            <a:noAutofit/>
          </a:bodyPr>
          <a:lstStyle>
            <a:lvl1pPr>
              <a:lnSpc>
                <a:spcPct val="100000"/>
              </a:lnSpc>
              <a:defRPr sz="2800">
                <a:ln w="19050">
                  <a:solidFill>
                    <a:schemeClr val="accent6"/>
                  </a:solidFill>
                </a:ln>
              </a:defRPr>
            </a:lvl1pPr>
          </a:lstStyle>
          <a:p>
            <a:r>
              <a:rPr lang="en-US" dirty="0"/>
              <a:t>Click to add title</a:t>
            </a:r>
          </a:p>
        </p:txBody>
      </p:sp>
    </p:spTree>
    <p:extLst>
      <p:ext uri="{BB962C8B-B14F-4D97-AF65-F5344CB8AC3E}">
        <p14:creationId xmlns:p14="http://schemas.microsoft.com/office/powerpoint/2010/main" val="39513209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ur Competition v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954AA95-575B-4060-9443-53B347664494}"/>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22" name="Rectangle 21">
            <a:extLst>
              <a:ext uri="{FF2B5EF4-FFF2-40B4-BE49-F238E27FC236}">
                <a16:creationId xmlns:a16="http://schemas.microsoft.com/office/drawing/2014/main" id="{38BF2BB6-8F62-424E-B01D-F90A0DB7BFB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2">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5822AF5C-69BC-4A87-8E5C-E473F6A73EEF}"/>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246AD827-24BF-4C7D-9F16-1E26E09A6006}"/>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CDBEEF33-0303-4BF6-8C9A-08DE4CB645AE}"/>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8" name="Text Placeholder 14">
            <a:extLst>
              <a:ext uri="{FF2B5EF4-FFF2-40B4-BE49-F238E27FC236}">
                <a16:creationId xmlns:a16="http://schemas.microsoft.com/office/drawing/2014/main" id="{CC14BDE6-5903-4EFC-B3C7-B7B219402DAF}"/>
              </a:ext>
            </a:extLst>
          </p:cNvPr>
          <p:cNvSpPr>
            <a:spLocks noGrp="1"/>
          </p:cNvSpPr>
          <p:nvPr>
            <p:ph type="body" sz="quarter" idx="15" hasCustomPrompt="1"/>
          </p:nvPr>
        </p:nvSpPr>
        <p:spPr>
          <a:xfrm>
            <a:off x="5237839" y="1538273"/>
            <a:ext cx="1706965"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sp>
        <p:nvSpPr>
          <p:cNvPr id="9" name="Text Placeholder 14">
            <a:extLst>
              <a:ext uri="{FF2B5EF4-FFF2-40B4-BE49-F238E27FC236}">
                <a16:creationId xmlns:a16="http://schemas.microsoft.com/office/drawing/2014/main" id="{E19954FA-533A-4FF9-88B2-102C833FBD40}"/>
              </a:ext>
            </a:extLst>
          </p:cNvPr>
          <p:cNvSpPr>
            <a:spLocks noGrp="1"/>
          </p:cNvSpPr>
          <p:nvPr>
            <p:ph type="body" sz="quarter" idx="17" hasCustomPrompt="1"/>
          </p:nvPr>
        </p:nvSpPr>
        <p:spPr>
          <a:xfrm>
            <a:off x="5237839" y="5407116"/>
            <a:ext cx="1706965"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sp>
        <p:nvSpPr>
          <p:cNvPr id="10" name="Text Placeholder 14">
            <a:extLst>
              <a:ext uri="{FF2B5EF4-FFF2-40B4-BE49-F238E27FC236}">
                <a16:creationId xmlns:a16="http://schemas.microsoft.com/office/drawing/2014/main" id="{E29BB699-DB47-4A35-9B5B-63C7EFC22843}"/>
              </a:ext>
            </a:extLst>
          </p:cNvPr>
          <p:cNvSpPr>
            <a:spLocks noGrp="1"/>
          </p:cNvSpPr>
          <p:nvPr>
            <p:ph type="body" sz="quarter" idx="19" hasCustomPrompt="1"/>
          </p:nvPr>
        </p:nvSpPr>
        <p:spPr>
          <a:xfrm>
            <a:off x="8441651" y="3467155"/>
            <a:ext cx="1380681"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sp>
        <p:nvSpPr>
          <p:cNvPr id="11" name="Text Placeholder 14">
            <a:extLst>
              <a:ext uri="{FF2B5EF4-FFF2-40B4-BE49-F238E27FC236}">
                <a16:creationId xmlns:a16="http://schemas.microsoft.com/office/drawing/2014/main" id="{4EFD147E-AEE9-40FA-96D5-7DBE76033490}"/>
              </a:ext>
            </a:extLst>
          </p:cNvPr>
          <p:cNvSpPr>
            <a:spLocks noGrp="1"/>
          </p:cNvSpPr>
          <p:nvPr>
            <p:ph type="body" sz="quarter" idx="20" hasCustomPrompt="1"/>
          </p:nvPr>
        </p:nvSpPr>
        <p:spPr>
          <a:xfrm>
            <a:off x="3744687" y="2307743"/>
            <a:ext cx="1183179" cy="492025"/>
          </a:xfrm>
          <a:prstGeom prst="rect">
            <a:avLst/>
          </a:prstGeom>
        </p:spPr>
        <p:txBody>
          <a:bodyPr anchor="ctr"/>
          <a:lstStyle>
            <a:lvl1pPr marL="0" indent="0" algn="ctr">
              <a:lnSpc>
                <a:spcPct val="100000"/>
              </a:lnSpc>
              <a:buNone/>
              <a:defRPr sz="1200" cap="all" spc="200" baseline="0">
                <a:solidFill>
                  <a:schemeClr val="accent2">
                    <a:lumMod val="20000"/>
                    <a:lumOff val="80000"/>
                  </a:schemeClr>
                </a:solidFill>
                <a:latin typeface="+mj-lt"/>
              </a:defRPr>
            </a:lvl1pPr>
          </a:lstStyle>
          <a:p>
            <a:pPr lvl="0"/>
            <a:r>
              <a:rPr lang="en-US"/>
              <a:t>Click to add name</a:t>
            </a:r>
          </a:p>
        </p:txBody>
      </p:sp>
      <p:sp>
        <p:nvSpPr>
          <p:cNvPr id="12" name="Text Placeholder 14">
            <a:extLst>
              <a:ext uri="{FF2B5EF4-FFF2-40B4-BE49-F238E27FC236}">
                <a16:creationId xmlns:a16="http://schemas.microsoft.com/office/drawing/2014/main" id="{035518AB-0629-41B1-8670-DAE8C31C9998}"/>
              </a:ext>
            </a:extLst>
          </p:cNvPr>
          <p:cNvSpPr>
            <a:spLocks noGrp="1"/>
          </p:cNvSpPr>
          <p:nvPr>
            <p:ph type="body" sz="quarter" idx="21" hasCustomPrompt="1"/>
          </p:nvPr>
        </p:nvSpPr>
        <p:spPr>
          <a:xfrm>
            <a:off x="4181179" y="4420460"/>
            <a:ext cx="1183179" cy="492025"/>
          </a:xfrm>
          <a:prstGeom prst="rect">
            <a:avLst/>
          </a:prstGeom>
        </p:spPr>
        <p:txBody>
          <a:bodyPr anchor="ctr"/>
          <a:lstStyle>
            <a:lvl1pPr marL="0" indent="0" algn="ctr">
              <a:lnSpc>
                <a:spcPct val="100000"/>
              </a:lnSpc>
              <a:buNone/>
              <a:defRPr sz="1200" cap="all" spc="200" baseline="0">
                <a:solidFill>
                  <a:schemeClr val="accent1">
                    <a:lumMod val="20000"/>
                    <a:lumOff val="80000"/>
                  </a:schemeClr>
                </a:solidFill>
                <a:latin typeface="+mj-lt"/>
              </a:defRPr>
            </a:lvl1pPr>
          </a:lstStyle>
          <a:p>
            <a:pPr lvl="0"/>
            <a:r>
              <a:rPr lang="en-US"/>
              <a:t>Click to add name</a:t>
            </a:r>
          </a:p>
        </p:txBody>
      </p:sp>
      <p:sp>
        <p:nvSpPr>
          <p:cNvPr id="13" name="Text Placeholder 14">
            <a:extLst>
              <a:ext uri="{FF2B5EF4-FFF2-40B4-BE49-F238E27FC236}">
                <a16:creationId xmlns:a16="http://schemas.microsoft.com/office/drawing/2014/main" id="{D84B55A2-EE63-46F3-80EA-C4F512388C1B}"/>
              </a:ext>
            </a:extLst>
          </p:cNvPr>
          <p:cNvSpPr>
            <a:spLocks noGrp="1"/>
          </p:cNvSpPr>
          <p:nvPr>
            <p:ph type="body" sz="quarter" idx="22" hasCustomPrompt="1"/>
          </p:nvPr>
        </p:nvSpPr>
        <p:spPr>
          <a:xfrm>
            <a:off x="2643702" y="4552190"/>
            <a:ext cx="1183179" cy="492025"/>
          </a:xfrm>
          <a:prstGeom prst="rect">
            <a:avLst/>
          </a:prstGeom>
        </p:spPr>
        <p:txBody>
          <a:bodyPr anchor="ctr"/>
          <a:lstStyle>
            <a:lvl1pPr marL="0" indent="0" algn="ctr">
              <a:lnSpc>
                <a:spcPct val="100000"/>
              </a:lnSpc>
              <a:buNone/>
              <a:defRPr sz="1200" cap="all" spc="200" baseline="0">
                <a:solidFill>
                  <a:schemeClr val="accent6">
                    <a:lumMod val="40000"/>
                    <a:lumOff val="60000"/>
                  </a:schemeClr>
                </a:solidFill>
                <a:latin typeface="+mj-lt"/>
              </a:defRPr>
            </a:lvl1pPr>
          </a:lstStyle>
          <a:p>
            <a:pPr lvl="0"/>
            <a:r>
              <a:rPr lang="en-US"/>
              <a:t>Click to add name</a:t>
            </a:r>
          </a:p>
        </p:txBody>
      </p:sp>
      <p:sp>
        <p:nvSpPr>
          <p:cNvPr id="14" name="Text Placeholder 14">
            <a:extLst>
              <a:ext uri="{FF2B5EF4-FFF2-40B4-BE49-F238E27FC236}">
                <a16:creationId xmlns:a16="http://schemas.microsoft.com/office/drawing/2014/main" id="{EDED8D5C-7B18-4E79-B6B4-E59FAC3A83D5}"/>
              </a:ext>
            </a:extLst>
          </p:cNvPr>
          <p:cNvSpPr>
            <a:spLocks noGrp="1"/>
          </p:cNvSpPr>
          <p:nvPr>
            <p:ph type="body" sz="quarter" idx="23" hasCustomPrompt="1"/>
          </p:nvPr>
        </p:nvSpPr>
        <p:spPr>
          <a:xfrm>
            <a:off x="6400052" y="4120885"/>
            <a:ext cx="1183179" cy="492025"/>
          </a:xfrm>
          <a:prstGeom prst="rect">
            <a:avLst/>
          </a:prstGeom>
        </p:spPr>
        <p:txBody>
          <a:bodyPr anchor="ctr"/>
          <a:lstStyle>
            <a:lvl1pPr marL="0" indent="0" algn="ctr">
              <a:lnSpc>
                <a:spcPct val="100000"/>
              </a:lnSpc>
              <a:buNone/>
              <a:defRPr sz="1200" cap="all" spc="200" baseline="0">
                <a:solidFill>
                  <a:schemeClr val="accent1">
                    <a:lumMod val="40000"/>
                    <a:lumOff val="60000"/>
                  </a:schemeClr>
                </a:solidFill>
                <a:latin typeface="+mj-lt"/>
              </a:defRPr>
            </a:lvl1pPr>
          </a:lstStyle>
          <a:p>
            <a:pPr lvl="0"/>
            <a:r>
              <a:rPr lang="en-US"/>
              <a:t>Click to add name</a:t>
            </a:r>
          </a:p>
        </p:txBody>
      </p:sp>
      <p:sp>
        <p:nvSpPr>
          <p:cNvPr id="15" name="Text Placeholder 14">
            <a:extLst>
              <a:ext uri="{FF2B5EF4-FFF2-40B4-BE49-F238E27FC236}">
                <a16:creationId xmlns:a16="http://schemas.microsoft.com/office/drawing/2014/main" id="{E8B6D903-1EAA-44AD-A3D8-6256873B7A22}"/>
              </a:ext>
            </a:extLst>
          </p:cNvPr>
          <p:cNvSpPr>
            <a:spLocks noGrp="1"/>
          </p:cNvSpPr>
          <p:nvPr>
            <p:ph type="body" sz="quarter" idx="25" hasCustomPrompt="1"/>
          </p:nvPr>
        </p:nvSpPr>
        <p:spPr>
          <a:xfrm>
            <a:off x="2545032" y="3467155"/>
            <a:ext cx="1209143"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cxnSp>
        <p:nvCxnSpPr>
          <p:cNvPr id="16" name="Straight Connector 15">
            <a:extLst>
              <a:ext uri="{FF2B5EF4-FFF2-40B4-BE49-F238E27FC236}">
                <a16:creationId xmlns:a16="http://schemas.microsoft.com/office/drawing/2014/main" id="{8914974F-EEEB-4FDB-B605-14B6199844BA}"/>
              </a:ext>
            </a:extLst>
          </p:cNvPr>
          <p:cNvCxnSpPr>
            <a:cxnSpLocks/>
          </p:cNvCxnSpPr>
          <p:nvPr userDrawn="1"/>
        </p:nvCxnSpPr>
        <p:spPr>
          <a:xfrm>
            <a:off x="3758002" y="3713168"/>
            <a:ext cx="468364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FCFFB4C-5408-479D-88E2-42F8897706C7}"/>
              </a:ext>
            </a:extLst>
          </p:cNvPr>
          <p:cNvCxnSpPr>
            <a:cxnSpLocks/>
          </p:cNvCxnSpPr>
          <p:nvPr userDrawn="1"/>
        </p:nvCxnSpPr>
        <p:spPr>
          <a:xfrm flipV="1">
            <a:off x="6091322" y="2030298"/>
            <a:ext cx="4678" cy="337681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Text Placeholder 14">
            <a:extLst>
              <a:ext uri="{FF2B5EF4-FFF2-40B4-BE49-F238E27FC236}">
                <a16:creationId xmlns:a16="http://schemas.microsoft.com/office/drawing/2014/main" id="{9D316786-C25C-4139-9C9E-B55FEA3C4AC0}"/>
              </a:ext>
            </a:extLst>
          </p:cNvPr>
          <p:cNvSpPr>
            <a:spLocks noGrp="1"/>
          </p:cNvSpPr>
          <p:nvPr>
            <p:ph type="body" sz="quarter" idx="26" hasCustomPrompt="1"/>
          </p:nvPr>
        </p:nvSpPr>
        <p:spPr>
          <a:xfrm>
            <a:off x="6754219" y="2067508"/>
            <a:ext cx="1706965" cy="1048575"/>
          </a:xfrm>
          <a:prstGeom prst="rect">
            <a:avLst/>
          </a:prstGeom>
        </p:spPr>
        <p:txBody>
          <a:bodyPr anchor="ctr"/>
          <a:lstStyle>
            <a:lvl1pPr marL="0" indent="0" algn="ctr">
              <a:lnSpc>
                <a:spcPct val="100000"/>
              </a:lnSpc>
              <a:buNone/>
              <a:defRPr sz="1600" cap="all" spc="200" baseline="0">
                <a:solidFill>
                  <a:schemeClr val="bg1"/>
                </a:solidFill>
                <a:latin typeface="+mj-lt"/>
              </a:defRPr>
            </a:lvl1pPr>
          </a:lstStyle>
          <a:p>
            <a:pPr lvl="0"/>
            <a:r>
              <a:rPr lang="en-US"/>
              <a:t>Click to add name</a:t>
            </a:r>
          </a:p>
        </p:txBody>
      </p:sp>
      <p:sp>
        <p:nvSpPr>
          <p:cNvPr id="20" name="Text Placeholder 14">
            <a:extLst>
              <a:ext uri="{FF2B5EF4-FFF2-40B4-BE49-F238E27FC236}">
                <a16:creationId xmlns:a16="http://schemas.microsoft.com/office/drawing/2014/main" id="{DC43FD24-D855-40FC-85C4-87ED3F64AA2C}"/>
              </a:ext>
            </a:extLst>
          </p:cNvPr>
          <p:cNvSpPr>
            <a:spLocks noGrp="1"/>
          </p:cNvSpPr>
          <p:nvPr>
            <p:ph type="body" sz="quarter" idx="24" hasCustomPrompt="1"/>
          </p:nvPr>
        </p:nvSpPr>
        <p:spPr>
          <a:xfrm>
            <a:off x="7860695" y="4820889"/>
            <a:ext cx="1183179" cy="492025"/>
          </a:xfrm>
          <a:prstGeom prst="rect">
            <a:avLst/>
          </a:prstGeom>
        </p:spPr>
        <p:txBody>
          <a:bodyPr anchor="ctr"/>
          <a:lstStyle>
            <a:lvl1pPr marL="0" indent="0" algn="ctr">
              <a:lnSpc>
                <a:spcPct val="100000"/>
              </a:lnSpc>
              <a:buNone/>
              <a:defRPr sz="1200" cap="all" spc="200" baseline="0">
                <a:solidFill>
                  <a:schemeClr val="accent4"/>
                </a:solidFill>
                <a:latin typeface="+mj-lt"/>
              </a:defRPr>
            </a:lvl1pPr>
          </a:lstStyle>
          <a:p>
            <a:pPr lvl="0"/>
            <a:r>
              <a:rPr lang="en-US"/>
              <a:t>Click to add name</a:t>
            </a:r>
          </a:p>
        </p:txBody>
      </p:sp>
      <p:sp>
        <p:nvSpPr>
          <p:cNvPr id="2" name="Title 1">
            <a:extLst>
              <a:ext uri="{FF2B5EF4-FFF2-40B4-BE49-F238E27FC236}">
                <a16:creationId xmlns:a16="http://schemas.microsoft.com/office/drawing/2014/main" id="{2C07A013-A59B-4367-9832-ED55A6D25280}"/>
              </a:ext>
            </a:extLst>
          </p:cNvPr>
          <p:cNvSpPr>
            <a:spLocks noGrp="1"/>
          </p:cNvSpPr>
          <p:nvPr>
            <p:ph type="title" hasCustomPrompt="1"/>
          </p:nvPr>
        </p:nvSpPr>
        <p:spPr>
          <a:xfrm>
            <a:off x="794508" y="715939"/>
            <a:ext cx="4864608" cy="365760"/>
          </a:xfrm>
        </p:spPr>
        <p:txBody>
          <a:bodyPr anchor="t">
            <a:noAutofit/>
          </a:bodyPr>
          <a:lstStyle>
            <a:lvl1pPr>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32858851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owth Strateg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D1F00DA-5D59-4EDE-BA9C-D312B3FBBAFD}"/>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94C3578F-2A0F-4E30-AF4A-8F796929EE04}"/>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01F6CA51-E5DC-4FC3-92F6-D5EC783C0A8A}"/>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A10E530-F1C5-4166-A95F-3F8D022CCD74}"/>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1" name="Text Placeholder 14">
            <a:extLst>
              <a:ext uri="{FF2B5EF4-FFF2-40B4-BE49-F238E27FC236}">
                <a16:creationId xmlns:a16="http://schemas.microsoft.com/office/drawing/2014/main" id="{191453D1-9488-4F30-8223-1CB500BDC2F1}"/>
              </a:ext>
            </a:extLst>
          </p:cNvPr>
          <p:cNvSpPr>
            <a:spLocks noGrp="1"/>
          </p:cNvSpPr>
          <p:nvPr>
            <p:ph type="body" sz="quarter" idx="19" hasCustomPrompt="1"/>
          </p:nvPr>
        </p:nvSpPr>
        <p:spPr>
          <a:xfrm>
            <a:off x="2452699" y="1592681"/>
            <a:ext cx="7306060" cy="393427"/>
          </a:xfrm>
          <a:prstGeom prst="rect">
            <a:avLst/>
          </a:prstGeom>
        </p:spPr>
        <p:txBody>
          <a:bodyPr>
            <a:normAutofit/>
          </a:bodyPr>
          <a:lstStyle>
            <a:lvl1pPr marL="0" indent="0" algn="ctr">
              <a:buNone/>
              <a:defRPr sz="1800" cap="none" spc="200" baseline="0">
                <a:solidFill>
                  <a:schemeClr val="bg1"/>
                </a:solidFill>
                <a:latin typeface="Posterama" panose="020B0504020200020000" pitchFamily="34" charset="0"/>
                <a:cs typeface="Posterama" panose="020B0504020200020000" pitchFamily="34" charset="0"/>
              </a:defRPr>
            </a:lvl1pPr>
          </a:lstStyle>
          <a:p>
            <a:pPr lvl="0"/>
            <a:r>
              <a:rPr lang="en-US"/>
              <a:t>Add subtitle</a:t>
            </a:r>
          </a:p>
        </p:txBody>
      </p:sp>
      <p:sp>
        <p:nvSpPr>
          <p:cNvPr id="12" name="Text Placeholder 14">
            <a:extLst>
              <a:ext uri="{FF2B5EF4-FFF2-40B4-BE49-F238E27FC236}">
                <a16:creationId xmlns:a16="http://schemas.microsoft.com/office/drawing/2014/main" id="{4882AD8A-D4BD-4E12-8458-AC021F93B15C}"/>
              </a:ext>
            </a:extLst>
          </p:cNvPr>
          <p:cNvSpPr>
            <a:spLocks noGrp="1"/>
          </p:cNvSpPr>
          <p:nvPr>
            <p:ph type="body" sz="quarter" idx="26" hasCustomPrompt="1"/>
          </p:nvPr>
        </p:nvSpPr>
        <p:spPr>
          <a:xfrm>
            <a:off x="1973698" y="3031460"/>
            <a:ext cx="1975104" cy="868680"/>
          </a:xfrm>
          <a:prstGeom prst="rect">
            <a:avLst/>
          </a:prstGeom>
          <a:ln w="25400">
            <a:solidFill>
              <a:schemeClr val="accent6"/>
            </a:solidFill>
          </a:ln>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3" name="Text Placeholder 14">
            <a:extLst>
              <a:ext uri="{FF2B5EF4-FFF2-40B4-BE49-F238E27FC236}">
                <a16:creationId xmlns:a16="http://schemas.microsoft.com/office/drawing/2014/main" id="{3DF3AAFC-DA9A-4A72-BBF9-5A097BC5950E}"/>
              </a:ext>
            </a:extLst>
          </p:cNvPr>
          <p:cNvSpPr>
            <a:spLocks noGrp="1"/>
          </p:cNvSpPr>
          <p:nvPr>
            <p:ph type="body" sz="quarter" idx="27" hasCustomPrompt="1"/>
          </p:nvPr>
        </p:nvSpPr>
        <p:spPr>
          <a:xfrm>
            <a:off x="5202976" y="3031460"/>
            <a:ext cx="1975104" cy="868680"/>
          </a:xfrm>
          <a:prstGeom prst="rect">
            <a:avLst/>
          </a:prstGeom>
          <a:ln w="25400">
            <a:solidFill>
              <a:schemeClr val="accent6"/>
            </a:solidFill>
          </a:ln>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4" name="Text Placeholder 14">
            <a:extLst>
              <a:ext uri="{FF2B5EF4-FFF2-40B4-BE49-F238E27FC236}">
                <a16:creationId xmlns:a16="http://schemas.microsoft.com/office/drawing/2014/main" id="{2FF48EEE-6AEC-4E37-AD5C-EEB74BA0CEDB}"/>
              </a:ext>
            </a:extLst>
          </p:cNvPr>
          <p:cNvSpPr>
            <a:spLocks noGrp="1"/>
          </p:cNvSpPr>
          <p:nvPr>
            <p:ph type="body" sz="quarter" idx="28" hasCustomPrompt="1"/>
          </p:nvPr>
        </p:nvSpPr>
        <p:spPr>
          <a:xfrm>
            <a:off x="8346652" y="3031460"/>
            <a:ext cx="1975104" cy="868680"/>
          </a:xfrm>
          <a:prstGeom prst="rect">
            <a:avLst/>
          </a:prstGeom>
          <a:ln w="25400">
            <a:solidFill>
              <a:schemeClr val="accent6"/>
            </a:solidFill>
          </a:ln>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5" name="Text Placeholder 14">
            <a:extLst>
              <a:ext uri="{FF2B5EF4-FFF2-40B4-BE49-F238E27FC236}">
                <a16:creationId xmlns:a16="http://schemas.microsoft.com/office/drawing/2014/main" id="{32066EA2-51F1-4F13-8E1B-89600E879074}"/>
              </a:ext>
            </a:extLst>
          </p:cNvPr>
          <p:cNvSpPr>
            <a:spLocks noGrp="1"/>
          </p:cNvSpPr>
          <p:nvPr>
            <p:ph type="body" sz="quarter" idx="13" hasCustomPrompt="1"/>
          </p:nvPr>
        </p:nvSpPr>
        <p:spPr>
          <a:xfrm>
            <a:off x="1591695" y="4042386"/>
            <a:ext cx="2743200"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16" name="Text Placeholder 14">
            <a:extLst>
              <a:ext uri="{FF2B5EF4-FFF2-40B4-BE49-F238E27FC236}">
                <a16:creationId xmlns:a16="http://schemas.microsoft.com/office/drawing/2014/main" id="{F14EBD1B-595C-4A54-92C8-3C5427E15C45}"/>
              </a:ext>
            </a:extLst>
          </p:cNvPr>
          <p:cNvSpPr>
            <a:spLocks noGrp="1"/>
          </p:cNvSpPr>
          <p:nvPr>
            <p:ph type="body" sz="quarter" idx="29" hasCustomPrompt="1"/>
          </p:nvPr>
        </p:nvSpPr>
        <p:spPr>
          <a:xfrm>
            <a:off x="4820973" y="4042387"/>
            <a:ext cx="2743200"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B64F77B9-03A9-4E3E-B656-D3C0FBE25AB5}"/>
              </a:ext>
            </a:extLst>
          </p:cNvPr>
          <p:cNvSpPr>
            <a:spLocks noGrp="1"/>
          </p:cNvSpPr>
          <p:nvPr>
            <p:ph type="body" sz="quarter" idx="30" hasCustomPrompt="1"/>
          </p:nvPr>
        </p:nvSpPr>
        <p:spPr>
          <a:xfrm>
            <a:off x="7964649" y="4042386"/>
            <a:ext cx="2743200"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2" name="Title 1">
            <a:extLst>
              <a:ext uri="{FF2B5EF4-FFF2-40B4-BE49-F238E27FC236}">
                <a16:creationId xmlns:a16="http://schemas.microsoft.com/office/drawing/2014/main" id="{DFFECFB3-5650-476F-BB54-8A2A45F8AE7F}"/>
              </a:ext>
            </a:extLst>
          </p:cNvPr>
          <p:cNvSpPr>
            <a:spLocks noGrp="1"/>
          </p:cNvSpPr>
          <p:nvPr>
            <p:ph type="title" hasCustomPrompt="1"/>
          </p:nvPr>
        </p:nvSpPr>
        <p:spPr>
          <a:xfrm>
            <a:off x="2451534" y="989042"/>
            <a:ext cx="7287768" cy="630936"/>
          </a:xfrm>
        </p:spPr>
        <p:txBody>
          <a:bodyPr anchor="t">
            <a:noAutofit/>
          </a:bodyPr>
          <a:lstStyle>
            <a:lvl1pPr algn="ctr">
              <a:lnSpc>
                <a:spcPct val="125000"/>
              </a:lnSpc>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2521985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actio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D91600-3E99-42F4-85C2-60F442CD5E7C}"/>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2" name="Content Placeholder 8">
            <a:extLst>
              <a:ext uri="{FF2B5EF4-FFF2-40B4-BE49-F238E27FC236}">
                <a16:creationId xmlns:a16="http://schemas.microsoft.com/office/drawing/2014/main" id="{30B4BBA3-2E4B-4AF2-8A2B-92DD019631E8}"/>
              </a:ext>
            </a:extLst>
          </p:cNvPr>
          <p:cNvSpPr>
            <a:spLocks noGrp="1"/>
          </p:cNvSpPr>
          <p:nvPr>
            <p:ph sz="quarter" idx="39"/>
          </p:nvPr>
        </p:nvSpPr>
        <p:spPr>
          <a:xfrm>
            <a:off x="6266428" y="2782888"/>
            <a:ext cx="4992567" cy="34369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Text Placeholder 14">
            <a:extLst>
              <a:ext uri="{FF2B5EF4-FFF2-40B4-BE49-F238E27FC236}">
                <a16:creationId xmlns:a16="http://schemas.microsoft.com/office/drawing/2014/main" id="{44460CAC-F6F8-43F8-93F5-188B790DEE63}"/>
              </a:ext>
            </a:extLst>
          </p:cNvPr>
          <p:cNvSpPr>
            <a:spLocks noGrp="1"/>
          </p:cNvSpPr>
          <p:nvPr>
            <p:ph type="body" sz="quarter" idx="19" hasCustomPrompt="1"/>
          </p:nvPr>
        </p:nvSpPr>
        <p:spPr>
          <a:xfrm>
            <a:off x="2452699" y="1592681"/>
            <a:ext cx="7306060" cy="393427"/>
          </a:xfrm>
          <a:prstGeom prst="rect">
            <a:avLst/>
          </a:prstGeom>
        </p:spPr>
        <p:txBody>
          <a:bodyPr>
            <a:normAutofit/>
          </a:bodyPr>
          <a:lstStyle>
            <a:lvl1pPr marL="0" indent="0" algn="ctr">
              <a:buNone/>
              <a:defRPr sz="1800" cap="none" spc="200" baseline="0">
                <a:solidFill>
                  <a:schemeClr val="bg1"/>
                </a:solidFill>
                <a:latin typeface="Posterama" panose="020B0504020200020000" pitchFamily="34" charset="0"/>
                <a:cs typeface="Posterama" panose="020B0504020200020000" pitchFamily="34" charset="0"/>
              </a:defRPr>
            </a:lvl1pPr>
          </a:lstStyle>
          <a:p>
            <a:pPr lvl="0"/>
            <a:r>
              <a:rPr lang="en-US"/>
              <a:t>Add subtitle</a:t>
            </a:r>
          </a:p>
        </p:txBody>
      </p:sp>
      <p:sp>
        <p:nvSpPr>
          <p:cNvPr id="3" name="Date Placeholder 2">
            <a:extLst>
              <a:ext uri="{FF2B5EF4-FFF2-40B4-BE49-F238E27FC236}">
                <a16:creationId xmlns:a16="http://schemas.microsoft.com/office/drawing/2014/main" id="{6968D310-58F4-4A10-A286-9B42AECFDD18}"/>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6C868E10-EEA7-4017-B7CA-17B5EB23C4EC}"/>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C2B014CA-8BED-467C-AC80-6DC5B3DDC405}"/>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78" name="Text Placeholder 14">
            <a:extLst>
              <a:ext uri="{FF2B5EF4-FFF2-40B4-BE49-F238E27FC236}">
                <a16:creationId xmlns:a16="http://schemas.microsoft.com/office/drawing/2014/main" id="{2C4E099A-EEE4-40B4-B9B5-32A5A981F951}"/>
              </a:ext>
            </a:extLst>
          </p:cNvPr>
          <p:cNvSpPr>
            <a:spLocks noGrp="1"/>
          </p:cNvSpPr>
          <p:nvPr>
            <p:ph type="body" sz="quarter" idx="36" hasCustomPrompt="1"/>
          </p:nvPr>
        </p:nvSpPr>
        <p:spPr>
          <a:xfrm>
            <a:off x="905410" y="2333977"/>
            <a:ext cx="5007023" cy="448769"/>
          </a:xfrm>
          <a:prstGeom prst="rect">
            <a:avLst/>
          </a:prstGeom>
        </p:spPr>
        <p:txBody>
          <a:bodyPr/>
          <a:lstStyle>
            <a:lvl1pPr marL="0" indent="0" algn="ctr">
              <a:buNone/>
              <a:defRPr sz="1600" cap="all" spc="200" baseline="0">
                <a:solidFill>
                  <a:schemeClr val="accent6"/>
                </a:solidFill>
                <a:latin typeface="+mj-lt"/>
                <a:cs typeface="Posterama" panose="020B0504020200020000" pitchFamily="34" charset="0"/>
              </a:defRPr>
            </a:lvl1pPr>
          </a:lstStyle>
          <a:p>
            <a:pPr lvl="0"/>
            <a:r>
              <a:rPr lang="en-US"/>
              <a:t>Click to add title</a:t>
            </a:r>
          </a:p>
        </p:txBody>
      </p:sp>
      <p:sp>
        <p:nvSpPr>
          <p:cNvPr id="79" name="Text Placeholder 14">
            <a:extLst>
              <a:ext uri="{FF2B5EF4-FFF2-40B4-BE49-F238E27FC236}">
                <a16:creationId xmlns:a16="http://schemas.microsoft.com/office/drawing/2014/main" id="{51338F1A-6EF2-4AA5-9EE8-628C9D57C270}"/>
              </a:ext>
            </a:extLst>
          </p:cNvPr>
          <p:cNvSpPr>
            <a:spLocks noGrp="1"/>
          </p:cNvSpPr>
          <p:nvPr>
            <p:ph type="body" sz="quarter" idx="37" hasCustomPrompt="1"/>
          </p:nvPr>
        </p:nvSpPr>
        <p:spPr>
          <a:xfrm>
            <a:off x="6279569" y="2339781"/>
            <a:ext cx="4993148" cy="448769"/>
          </a:xfrm>
          <a:prstGeom prst="rect">
            <a:avLst/>
          </a:prstGeom>
        </p:spPr>
        <p:txBody>
          <a:bodyPr/>
          <a:lstStyle>
            <a:lvl1pPr marL="0" indent="0" algn="ctr">
              <a:buNone/>
              <a:defRPr sz="1600" cap="all" spc="200" baseline="0">
                <a:solidFill>
                  <a:schemeClr val="accent6"/>
                </a:solidFill>
                <a:latin typeface="+mj-lt"/>
                <a:cs typeface="Posterama" panose="020B0504020200020000" pitchFamily="34" charset="0"/>
              </a:defRPr>
            </a:lvl1pPr>
          </a:lstStyle>
          <a:p>
            <a:pPr lvl="0"/>
            <a:r>
              <a:rPr lang="en-US"/>
              <a:t>Click to add title</a:t>
            </a:r>
          </a:p>
        </p:txBody>
      </p:sp>
      <p:sp>
        <p:nvSpPr>
          <p:cNvPr id="19" name="Title 1">
            <a:extLst>
              <a:ext uri="{FF2B5EF4-FFF2-40B4-BE49-F238E27FC236}">
                <a16:creationId xmlns:a16="http://schemas.microsoft.com/office/drawing/2014/main" id="{DF744EAD-73E9-49F3-9CA4-9A344EB625D9}"/>
              </a:ext>
            </a:extLst>
          </p:cNvPr>
          <p:cNvSpPr>
            <a:spLocks noGrp="1"/>
          </p:cNvSpPr>
          <p:nvPr>
            <p:ph type="title" hasCustomPrompt="1"/>
          </p:nvPr>
        </p:nvSpPr>
        <p:spPr>
          <a:xfrm>
            <a:off x="2451534" y="989042"/>
            <a:ext cx="7287768" cy="630936"/>
          </a:xfrm>
        </p:spPr>
        <p:txBody>
          <a:bodyPr anchor="t">
            <a:noAutofit/>
          </a:bodyPr>
          <a:lstStyle>
            <a:lvl1pPr algn="ctr">
              <a:lnSpc>
                <a:spcPct val="125000"/>
              </a:lnSpc>
              <a:defRPr sz="2800">
                <a:ln w="19050">
                  <a:solidFill>
                    <a:schemeClr val="bg1"/>
                  </a:solidFill>
                </a:ln>
              </a:defRPr>
            </a:lvl1pPr>
          </a:lstStyle>
          <a:p>
            <a:r>
              <a:rPr lang="en-US" dirty="0"/>
              <a:t>Click to add title</a:t>
            </a:r>
          </a:p>
        </p:txBody>
      </p:sp>
      <p:sp>
        <p:nvSpPr>
          <p:cNvPr id="9" name="Content Placeholder 8">
            <a:extLst>
              <a:ext uri="{FF2B5EF4-FFF2-40B4-BE49-F238E27FC236}">
                <a16:creationId xmlns:a16="http://schemas.microsoft.com/office/drawing/2014/main" id="{ACB4710E-545B-4940-B69A-359188335AD3}"/>
              </a:ext>
            </a:extLst>
          </p:cNvPr>
          <p:cNvSpPr>
            <a:spLocks noGrp="1"/>
          </p:cNvSpPr>
          <p:nvPr>
            <p:ph sz="quarter" idx="38"/>
          </p:nvPr>
        </p:nvSpPr>
        <p:spPr>
          <a:xfrm>
            <a:off x="919283" y="2782888"/>
            <a:ext cx="4992567" cy="34369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1502702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Year Action Pla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533791-52F7-40F6-B230-7BF6C505CCD6}"/>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DE68A0C5-BEED-4BC5-ACD5-3F28EDE19EE3}"/>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B35EA781-4C22-4390-A03C-CA5DCCB7A2B1}"/>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6FE694A4-07AC-48C4-A560-162C1F4ECD49}"/>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6" name="Text Placeholder 14">
            <a:extLst>
              <a:ext uri="{FF2B5EF4-FFF2-40B4-BE49-F238E27FC236}">
                <a16:creationId xmlns:a16="http://schemas.microsoft.com/office/drawing/2014/main" id="{2A6B27A0-0449-46AE-A770-EBB281A1A953}"/>
              </a:ext>
            </a:extLst>
          </p:cNvPr>
          <p:cNvSpPr>
            <a:spLocks noGrp="1"/>
          </p:cNvSpPr>
          <p:nvPr>
            <p:ph type="body" sz="quarter" idx="17" hasCustomPrompt="1"/>
          </p:nvPr>
        </p:nvSpPr>
        <p:spPr>
          <a:xfrm>
            <a:off x="171234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1E70DE9B-2CDE-44B6-9307-FC12D873CA40}"/>
              </a:ext>
            </a:extLst>
          </p:cNvPr>
          <p:cNvSpPr>
            <a:spLocks noGrp="1"/>
          </p:cNvSpPr>
          <p:nvPr>
            <p:ph type="body" sz="quarter" idx="18" hasCustomPrompt="1"/>
          </p:nvPr>
        </p:nvSpPr>
        <p:spPr>
          <a:xfrm>
            <a:off x="250176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18" name="Text Placeholder 14">
            <a:extLst>
              <a:ext uri="{FF2B5EF4-FFF2-40B4-BE49-F238E27FC236}">
                <a16:creationId xmlns:a16="http://schemas.microsoft.com/office/drawing/2014/main" id="{123B5183-98F9-43BF-BE37-2AE0A049EA8B}"/>
              </a:ext>
            </a:extLst>
          </p:cNvPr>
          <p:cNvSpPr>
            <a:spLocks noGrp="1"/>
          </p:cNvSpPr>
          <p:nvPr>
            <p:ph type="body" sz="quarter" idx="19" hasCustomPrompt="1"/>
          </p:nvPr>
        </p:nvSpPr>
        <p:spPr>
          <a:xfrm>
            <a:off x="329117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19" name="Text Placeholder 14">
            <a:extLst>
              <a:ext uri="{FF2B5EF4-FFF2-40B4-BE49-F238E27FC236}">
                <a16:creationId xmlns:a16="http://schemas.microsoft.com/office/drawing/2014/main" id="{49DAB7F1-F6E7-4F92-B252-D9B81196A3A9}"/>
              </a:ext>
            </a:extLst>
          </p:cNvPr>
          <p:cNvSpPr>
            <a:spLocks noGrp="1"/>
          </p:cNvSpPr>
          <p:nvPr>
            <p:ph type="body" sz="quarter" idx="20" hasCustomPrompt="1"/>
          </p:nvPr>
        </p:nvSpPr>
        <p:spPr>
          <a:xfrm>
            <a:off x="408059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0" name="Text Placeholder 14">
            <a:extLst>
              <a:ext uri="{FF2B5EF4-FFF2-40B4-BE49-F238E27FC236}">
                <a16:creationId xmlns:a16="http://schemas.microsoft.com/office/drawing/2014/main" id="{4037F0E4-C57B-4033-B973-C69A03D97024}"/>
              </a:ext>
            </a:extLst>
          </p:cNvPr>
          <p:cNvSpPr>
            <a:spLocks noGrp="1"/>
          </p:cNvSpPr>
          <p:nvPr>
            <p:ph type="body" sz="quarter" idx="21" hasCustomPrompt="1"/>
          </p:nvPr>
        </p:nvSpPr>
        <p:spPr>
          <a:xfrm>
            <a:off x="4810807" y="3170170"/>
            <a:ext cx="61531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85DAD742-736F-42D3-99FC-6046CF57A7A3}"/>
              </a:ext>
            </a:extLst>
          </p:cNvPr>
          <p:cNvSpPr>
            <a:spLocks noGrp="1"/>
          </p:cNvSpPr>
          <p:nvPr>
            <p:ph type="body" sz="quarter" idx="22" hasCustomPrompt="1"/>
          </p:nvPr>
        </p:nvSpPr>
        <p:spPr>
          <a:xfrm>
            <a:off x="565942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2" name="Text Placeholder 14">
            <a:extLst>
              <a:ext uri="{FF2B5EF4-FFF2-40B4-BE49-F238E27FC236}">
                <a16:creationId xmlns:a16="http://schemas.microsoft.com/office/drawing/2014/main" id="{53EC6732-F61D-431C-88C9-BAA5039B6BB6}"/>
              </a:ext>
            </a:extLst>
          </p:cNvPr>
          <p:cNvSpPr>
            <a:spLocks noGrp="1"/>
          </p:cNvSpPr>
          <p:nvPr>
            <p:ph type="body" sz="quarter" idx="23" hasCustomPrompt="1"/>
          </p:nvPr>
        </p:nvSpPr>
        <p:spPr>
          <a:xfrm>
            <a:off x="644883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3" name="Text Placeholder 14">
            <a:extLst>
              <a:ext uri="{FF2B5EF4-FFF2-40B4-BE49-F238E27FC236}">
                <a16:creationId xmlns:a16="http://schemas.microsoft.com/office/drawing/2014/main" id="{B8218F9A-C149-4D30-8437-B9D8C0DAF1D1}"/>
              </a:ext>
            </a:extLst>
          </p:cNvPr>
          <p:cNvSpPr>
            <a:spLocks noGrp="1"/>
          </p:cNvSpPr>
          <p:nvPr>
            <p:ph type="body" sz="quarter" idx="24" hasCustomPrompt="1"/>
          </p:nvPr>
        </p:nvSpPr>
        <p:spPr>
          <a:xfrm>
            <a:off x="723825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4" name="Text Placeholder 14">
            <a:extLst>
              <a:ext uri="{FF2B5EF4-FFF2-40B4-BE49-F238E27FC236}">
                <a16:creationId xmlns:a16="http://schemas.microsoft.com/office/drawing/2014/main" id="{BCA166BB-F293-4289-B0EB-57580EC9608B}"/>
              </a:ext>
            </a:extLst>
          </p:cNvPr>
          <p:cNvSpPr>
            <a:spLocks noGrp="1"/>
          </p:cNvSpPr>
          <p:nvPr>
            <p:ph type="body" sz="quarter" idx="25" hasCustomPrompt="1"/>
          </p:nvPr>
        </p:nvSpPr>
        <p:spPr>
          <a:xfrm>
            <a:off x="802766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5" name="Text Placeholder 14">
            <a:extLst>
              <a:ext uri="{FF2B5EF4-FFF2-40B4-BE49-F238E27FC236}">
                <a16:creationId xmlns:a16="http://schemas.microsoft.com/office/drawing/2014/main" id="{77397369-CCB5-450E-8FD1-46B3B54F6B89}"/>
              </a:ext>
            </a:extLst>
          </p:cNvPr>
          <p:cNvSpPr>
            <a:spLocks noGrp="1"/>
          </p:cNvSpPr>
          <p:nvPr>
            <p:ph type="body" sz="quarter" idx="26" hasCustomPrompt="1"/>
          </p:nvPr>
        </p:nvSpPr>
        <p:spPr>
          <a:xfrm>
            <a:off x="881708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6" name="Text Placeholder 14">
            <a:extLst>
              <a:ext uri="{FF2B5EF4-FFF2-40B4-BE49-F238E27FC236}">
                <a16:creationId xmlns:a16="http://schemas.microsoft.com/office/drawing/2014/main" id="{78252082-BCF2-4955-B695-35F48EF76FD9}"/>
              </a:ext>
            </a:extLst>
          </p:cNvPr>
          <p:cNvSpPr>
            <a:spLocks noGrp="1"/>
          </p:cNvSpPr>
          <p:nvPr>
            <p:ph type="body" sz="quarter" idx="27" hasCustomPrompt="1"/>
          </p:nvPr>
        </p:nvSpPr>
        <p:spPr>
          <a:xfrm>
            <a:off x="960649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7" name="Text Placeholder 14">
            <a:extLst>
              <a:ext uri="{FF2B5EF4-FFF2-40B4-BE49-F238E27FC236}">
                <a16:creationId xmlns:a16="http://schemas.microsoft.com/office/drawing/2014/main" id="{AF998D11-3FAA-4712-8C34-404C1BDCECBD}"/>
              </a:ext>
            </a:extLst>
          </p:cNvPr>
          <p:cNvSpPr>
            <a:spLocks noGrp="1"/>
          </p:cNvSpPr>
          <p:nvPr>
            <p:ph type="body" sz="quarter" idx="28" hasCustomPrompt="1"/>
          </p:nvPr>
        </p:nvSpPr>
        <p:spPr>
          <a:xfrm>
            <a:off x="10395907"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8" name="Text Placeholder 14">
            <a:extLst>
              <a:ext uri="{FF2B5EF4-FFF2-40B4-BE49-F238E27FC236}">
                <a16:creationId xmlns:a16="http://schemas.microsoft.com/office/drawing/2014/main" id="{2AA33C54-3898-452E-979F-F1B5853E737C}"/>
              </a:ext>
            </a:extLst>
          </p:cNvPr>
          <p:cNvSpPr>
            <a:spLocks noGrp="1"/>
          </p:cNvSpPr>
          <p:nvPr>
            <p:ph type="body" sz="quarter" idx="29" hasCustomPrompt="1"/>
          </p:nvPr>
        </p:nvSpPr>
        <p:spPr>
          <a:xfrm>
            <a:off x="171234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9" name="Text Placeholder 14">
            <a:extLst>
              <a:ext uri="{FF2B5EF4-FFF2-40B4-BE49-F238E27FC236}">
                <a16:creationId xmlns:a16="http://schemas.microsoft.com/office/drawing/2014/main" id="{0569AA0A-65D1-4456-9A14-327E6CE6DF6A}"/>
              </a:ext>
            </a:extLst>
          </p:cNvPr>
          <p:cNvSpPr>
            <a:spLocks noGrp="1"/>
          </p:cNvSpPr>
          <p:nvPr>
            <p:ph type="body" sz="quarter" idx="30" hasCustomPrompt="1"/>
          </p:nvPr>
        </p:nvSpPr>
        <p:spPr>
          <a:xfrm>
            <a:off x="250176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0" name="Text Placeholder 14">
            <a:extLst>
              <a:ext uri="{FF2B5EF4-FFF2-40B4-BE49-F238E27FC236}">
                <a16:creationId xmlns:a16="http://schemas.microsoft.com/office/drawing/2014/main" id="{028EB91C-9303-4EB3-886A-E5DA884A80FD}"/>
              </a:ext>
            </a:extLst>
          </p:cNvPr>
          <p:cNvSpPr>
            <a:spLocks noGrp="1"/>
          </p:cNvSpPr>
          <p:nvPr>
            <p:ph type="body" sz="quarter" idx="31" hasCustomPrompt="1"/>
          </p:nvPr>
        </p:nvSpPr>
        <p:spPr>
          <a:xfrm>
            <a:off x="329117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1" name="Text Placeholder 14">
            <a:extLst>
              <a:ext uri="{FF2B5EF4-FFF2-40B4-BE49-F238E27FC236}">
                <a16:creationId xmlns:a16="http://schemas.microsoft.com/office/drawing/2014/main" id="{4A47908B-3F69-4786-9C40-C12392133F05}"/>
              </a:ext>
            </a:extLst>
          </p:cNvPr>
          <p:cNvSpPr>
            <a:spLocks noGrp="1"/>
          </p:cNvSpPr>
          <p:nvPr>
            <p:ph type="body" sz="quarter" idx="32" hasCustomPrompt="1"/>
          </p:nvPr>
        </p:nvSpPr>
        <p:spPr>
          <a:xfrm>
            <a:off x="408059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2" name="Text Placeholder 14">
            <a:extLst>
              <a:ext uri="{FF2B5EF4-FFF2-40B4-BE49-F238E27FC236}">
                <a16:creationId xmlns:a16="http://schemas.microsoft.com/office/drawing/2014/main" id="{378EEBEC-FDBD-4D14-ADCA-4C72B269E993}"/>
              </a:ext>
            </a:extLst>
          </p:cNvPr>
          <p:cNvSpPr>
            <a:spLocks noGrp="1"/>
          </p:cNvSpPr>
          <p:nvPr>
            <p:ph type="body" sz="quarter" idx="33" hasCustomPrompt="1"/>
          </p:nvPr>
        </p:nvSpPr>
        <p:spPr>
          <a:xfrm>
            <a:off x="4810807" y="4871997"/>
            <a:ext cx="61531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3" name="Text Placeholder 14">
            <a:extLst>
              <a:ext uri="{FF2B5EF4-FFF2-40B4-BE49-F238E27FC236}">
                <a16:creationId xmlns:a16="http://schemas.microsoft.com/office/drawing/2014/main" id="{044989A5-8040-43C0-BE05-6A79C3BE6378}"/>
              </a:ext>
            </a:extLst>
          </p:cNvPr>
          <p:cNvSpPr>
            <a:spLocks noGrp="1"/>
          </p:cNvSpPr>
          <p:nvPr>
            <p:ph type="body" sz="quarter" idx="34" hasCustomPrompt="1"/>
          </p:nvPr>
        </p:nvSpPr>
        <p:spPr>
          <a:xfrm>
            <a:off x="565942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4" name="Text Placeholder 14">
            <a:extLst>
              <a:ext uri="{FF2B5EF4-FFF2-40B4-BE49-F238E27FC236}">
                <a16:creationId xmlns:a16="http://schemas.microsoft.com/office/drawing/2014/main" id="{52581A3A-F479-4780-81BE-CCBCF398141A}"/>
              </a:ext>
            </a:extLst>
          </p:cNvPr>
          <p:cNvSpPr>
            <a:spLocks noGrp="1"/>
          </p:cNvSpPr>
          <p:nvPr>
            <p:ph type="body" sz="quarter" idx="35" hasCustomPrompt="1"/>
          </p:nvPr>
        </p:nvSpPr>
        <p:spPr>
          <a:xfrm>
            <a:off x="644883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5" name="Text Placeholder 14">
            <a:extLst>
              <a:ext uri="{FF2B5EF4-FFF2-40B4-BE49-F238E27FC236}">
                <a16:creationId xmlns:a16="http://schemas.microsoft.com/office/drawing/2014/main" id="{3D361DBA-153A-4846-BDA4-CC63FF94744D}"/>
              </a:ext>
            </a:extLst>
          </p:cNvPr>
          <p:cNvSpPr>
            <a:spLocks noGrp="1"/>
          </p:cNvSpPr>
          <p:nvPr>
            <p:ph type="body" sz="quarter" idx="36" hasCustomPrompt="1"/>
          </p:nvPr>
        </p:nvSpPr>
        <p:spPr>
          <a:xfrm>
            <a:off x="723825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6" name="Text Placeholder 14">
            <a:extLst>
              <a:ext uri="{FF2B5EF4-FFF2-40B4-BE49-F238E27FC236}">
                <a16:creationId xmlns:a16="http://schemas.microsoft.com/office/drawing/2014/main" id="{78FB324E-EE00-4CC5-9F81-5EF71F305031}"/>
              </a:ext>
            </a:extLst>
          </p:cNvPr>
          <p:cNvSpPr>
            <a:spLocks noGrp="1"/>
          </p:cNvSpPr>
          <p:nvPr>
            <p:ph type="body" sz="quarter" idx="37" hasCustomPrompt="1"/>
          </p:nvPr>
        </p:nvSpPr>
        <p:spPr>
          <a:xfrm>
            <a:off x="802766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7" name="Text Placeholder 14">
            <a:extLst>
              <a:ext uri="{FF2B5EF4-FFF2-40B4-BE49-F238E27FC236}">
                <a16:creationId xmlns:a16="http://schemas.microsoft.com/office/drawing/2014/main" id="{78AA454F-F92D-4844-92A6-A3FEDD88B302}"/>
              </a:ext>
            </a:extLst>
          </p:cNvPr>
          <p:cNvSpPr>
            <a:spLocks noGrp="1"/>
          </p:cNvSpPr>
          <p:nvPr>
            <p:ph type="body" sz="quarter" idx="38" hasCustomPrompt="1"/>
          </p:nvPr>
        </p:nvSpPr>
        <p:spPr>
          <a:xfrm>
            <a:off x="881708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8" name="Text Placeholder 14">
            <a:extLst>
              <a:ext uri="{FF2B5EF4-FFF2-40B4-BE49-F238E27FC236}">
                <a16:creationId xmlns:a16="http://schemas.microsoft.com/office/drawing/2014/main" id="{651BCA7B-5BF4-4A0F-95C1-2014315E80B1}"/>
              </a:ext>
            </a:extLst>
          </p:cNvPr>
          <p:cNvSpPr>
            <a:spLocks noGrp="1"/>
          </p:cNvSpPr>
          <p:nvPr>
            <p:ph type="body" sz="quarter" idx="39" hasCustomPrompt="1"/>
          </p:nvPr>
        </p:nvSpPr>
        <p:spPr>
          <a:xfrm>
            <a:off x="960649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9" name="Text Placeholder 14">
            <a:extLst>
              <a:ext uri="{FF2B5EF4-FFF2-40B4-BE49-F238E27FC236}">
                <a16:creationId xmlns:a16="http://schemas.microsoft.com/office/drawing/2014/main" id="{7E3F41F1-0E06-45ED-894F-7F38510C2728}"/>
              </a:ext>
            </a:extLst>
          </p:cNvPr>
          <p:cNvSpPr>
            <a:spLocks noGrp="1"/>
          </p:cNvSpPr>
          <p:nvPr>
            <p:ph type="body" sz="quarter" idx="40" hasCustomPrompt="1"/>
          </p:nvPr>
        </p:nvSpPr>
        <p:spPr>
          <a:xfrm>
            <a:off x="10395907"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52" name="Text Placeholder 14">
            <a:extLst>
              <a:ext uri="{FF2B5EF4-FFF2-40B4-BE49-F238E27FC236}">
                <a16:creationId xmlns:a16="http://schemas.microsoft.com/office/drawing/2014/main" id="{C02572F8-1812-49D5-B24A-088659DE9FC7}"/>
              </a:ext>
            </a:extLst>
          </p:cNvPr>
          <p:cNvSpPr>
            <a:spLocks noGrp="1"/>
          </p:cNvSpPr>
          <p:nvPr>
            <p:ph type="body" sz="quarter" idx="41" hasCustomPrompt="1"/>
          </p:nvPr>
        </p:nvSpPr>
        <p:spPr>
          <a:xfrm>
            <a:off x="653772" y="2763180"/>
            <a:ext cx="1021001" cy="501726"/>
          </a:xfrm>
          <a:prstGeom prst="rect">
            <a:avLst/>
          </a:prstGeom>
        </p:spPr>
        <p:txBody>
          <a:bodyPr anchor="ctr">
            <a:noAutofit/>
          </a:bodyPr>
          <a:lstStyle>
            <a:lvl1pPr marL="0" indent="0" algn="ctr">
              <a:buNone/>
              <a:defRPr sz="1600" cap="all" spc="100" baseline="0">
                <a:solidFill>
                  <a:schemeClr val="bg1"/>
                </a:solidFill>
                <a:latin typeface="+mj-lt"/>
              </a:defRPr>
            </a:lvl1pPr>
          </a:lstStyle>
          <a:p>
            <a:pPr lvl="0"/>
            <a:r>
              <a:rPr lang="en-US"/>
              <a:t>Add year</a:t>
            </a:r>
          </a:p>
        </p:txBody>
      </p:sp>
      <p:sp>
        <p:nvSpPr>
          <p:cNvPr id="53" name="Text Placeholder 14">
            <a:extLst>
              <a:ext uri="{FF2B5EF4-FFF2-40B4-BE49-F238E27FC236}">
                <a16:creationId xmlns:a16="http://schemas.microsoft.com/office/drawing/2014/main" id="{453EA1A1-A67D-4132-9EA0-584E8FA796C3}"/>
              </a:ext>
            </a:extLst>
          </p:cNvPr>
          <p:cNvSpPr>
            <a:spLocks noGrp="1"/>
          </p:cNvSpPr>
          <p:nvPr>
            <p:ph type="body" sz="quarter" idx="42" hasCustomPrompt="1"/>
          </p:nvPr>
        </p:nvSpPr>
        <p:spPr>
          <a:xfrm>
            <a:off x="653772" y="4449967"/>
            <a:ext cx="1021001" cy="501726"/>
          </a:xfrm>
          <a:prstGeom prst="rect">
            <a:avLst/>
          </a:prstGeom>
        </p:spPr>
        <p:txBody>
          <a:bodyPr anchor="ctr">
            <a:noAutofit/>
          </a:bodyPr>
          <a:lstStyle>
            <a:lvl1pPr marL="0" indent="0" algn="ctr">
              <a:buNone/>
              <a:defRPr sz="1600" cap="all" spc="100" baseline="0">
                <a:solidFill>
                  <a:schemeClr val="bg1"/>
                </a:solidFill>
                <a:latin typeface="+mj-lt"/>
              </a:defRPr>
            </a:lvl1pPr>
          </a:lstStyle>
          <a:p>
            <a:pPr lvl="0"/>
            <a:r>
              <a:rPr lang="en-US"/>
              <a:t>Add year</a:t>
            </a:r>
          </a:p>
        </p:txBody>
      </p:sp>
      <p:sp>
        <p:nvSpPr>
          <p:cNvPr id="54" name="Text Placeholder 14">
            <a:extLst>
              <a:ext uri="{FF2B5EF4-FFF2-40B4-BE49-F238E27FC236}">
                <a16:creationId xmlns:a16="http://schemas.microsoft.com/office/drawing/2014/main" id="{658BFCC4-C261-4874-8195-FDA3C5001E05}"/>
              </a:ext>
            </a:extLst>
          </p:cNvPr>
          <p:cNvSpPr>
            <a:spLocks noGrp="1"/>
          </p:cNvSpPr>
          <p:nvPr>
            <p:ph type="body" sz="quarter" idx="43" hasCustomPrompt="1"/>
          </p:nvPr>
        </p:nvSpPr>
        <p:spPr>
          <a:xfrm>
            <a:off x="2029367" y="2071320"/>
            <a:ext cx="1440088" cy="598827"/>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5" name="Text Placeholder 14">
            <a:extLst>
              <a:ext uri="{FF2B5EF4-FFF2-40B4-BE49-F238E27FC236}">
                <a16:creationId xmlns:a16="http://schemas.microsoft.com/office/drawing/2014/main" id="{158708C7-ABA0-43E5-BB89-A1B7B2C45233}"/>
              </a:ext>
            </a:extLst>
          </p:cNvPr>
          <p:cNvSpPr>
            <a:spLocks noGrp="1"/>
          </p:cNvSpPr>
          <p:nvPr>
            <p:ph type="body" sz="quarter" idx="44" hasCustomPrompt="1"/>
          </p:nvPr>
        </p:nvSpPr>
        <p:spPr>
          <a:xfrm>
            <a:off x="4397612" y="2071320"/>
            <a:ext cx="1440088" cy="598827"/>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6" name="Text Placeholder 14">
            <a:extLst>
              <a:ext uri="{FF2B5EF4-FFF2-40B4-BE49-F238E27FC236}">
                <a16:creationId xmlns:a16="http://schemas.microsoft.com/office/drawing/2014/main" id="{2AE59213-95B1-4597-AD8C-D55D96D561EA}"/>
              </a:ext>
            </a:extLst>
          </p:cNvPr>
          <p:cNvSpPr>
            <a:spLocks noGrp="1"/>
          </p:cNvSpPr>
          <p:nvPr>
            <p:ph type="body" sz="quarter" idx="45" hasCustomPrompt="1"/>
          </p:nvPr>
        </p:nvSpPr>
        <p:spPr>
          <a:xfrm>
            <a:off x="8344687" y="2071320"/>
            <a:ext cx="1440088" cy="598827"/>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7" name="Text Placeholder 14">
            <a:extLst>
              <a:ext uri="{FF2B5EF4-FFF2-40B4-BE49-F238E27FC236}">
                <a16:creationId xmlns:a16="http://schemas.microsoft.com/office/drawing/2014/main" id="{2B9A460E-592F-41EA-9F9C-8953AFAC2236}"/>
              </a:ext>
            </a:extLst>
          </p:cNvPr>
          <p:cNvSpPr>
            <a:spLocks noGrp="1"/>
          </p:cNvSpPr>
          <p:nvPr>
            <p:ph type="body" sz="quarter" idx="46" hasCustomPrompt="1"/>
          </p:nvPr>
        </p:nvSpPr>
        <p:spPr>
          <a:xfrm>
            <a:off x="2029367" y="3862599"/>
            <a:ext cx="1440088" cy="549318"/>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8" name="Text Placeholder 14">
            <a:extLst>
              <a:ext uri="{FF2B5EF4-FFF2-40B4-BE49-F238E27FC236}">
                <a16:creationId xmlns:a16="http://schemas.microsoft.com/office/drawing/2014/main" id="{3065B3A8-F99B-47E6-B517-D93AC0FC4501}"/>
              </a:ext>
            </a:extLst>
          </p:cNvPr>
          <p:cNvSpPr>
            <a:spLocks noGrp="1"/>
          </p:cNvSpPr>
          <p:nvPr>
            <p:ph type="body" sz="quarter" idx="47" hasCustomPrompt="1"/>
          </p:nvPr>
        </p:nvSpPr>
        <p:spPr>
          <a:xfrm>
            <a:off x="5976442" y="3862599"/>
            <a:ext cx="1440088" cy="549318"/>
          </a:xfrm>
          <a:prstGeom prst="rect">
            <a:avLst/>
          </a:prstGeom>
        </p:spPr>
        <p:txBody>
          <a:bodyPr anchor="b"/>
          <a:lstStyle>
            <a:lvl1pPr marL="0" indent="0" algn="ctr">
              <a:lnSpc>
                <a:spcPct val="100000"/>
              </a:lnSpc>
              <a:spcBef>
                <a:spcPts val="0"/>
              </a:spcBef>
              <a:buNone/>
              <a:defRPr sz="1400" b="1" cap="none" spc="100" baseline="0">
                <a:solidFill>
                  <a:schemeClr val="accent6"/>
                </a:solidFill>
                <a:latin typeface="+mn-lt"/>
              </a:defRPr>
            </a:lvl1pPr>
          </a:lstStyle>
          <a:p>
            <a:pPr lvl="0"/>
            <a:r>
              <a:rPr lang="en-US"/>
              <a:t>Click to add text</a:t>
            </a:r>
          </a:p>
        </p:txBody>
      </p:sp>
      <p:sp>
        <p:nvSpPr>
          <p:cNvPr id="59" name="Text Placeholder 14">
            <a:extLst>
              <a:ext uri="{FF2B5EF4-FFF2-40B4-BE49-F238E27FC236}">
                <a16:creationId xmlns:a16="http://schemas.microsoft.com/office/drawing/2014/main" id="{B2187073-BC0A-4137-A204-D35C44CD7F87}"/>
              </a:ext>
            </a:extLst>
          </p:cNvPr>
          <p:cNvSpPr>
            <a:spLocks noGrp="1"/>
          </p:cNvSpPr>
          <p:nvPr>
            <p:ph type="body" sz="quarter" idx="48" hasCustomPrompt="1"/>
          </p:nvPr>
        </p:nvSpPr>
        <p:spPr>
          <a:xfrm>
            <a:off x="9923517" y="3862599"/>
            <a:ext cx="1440088" cy="549318"/>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40" name="Title 1">
            <a:extLst>
              <a:ext uri="{FF2B5EF4-FFF2-40B4-BE49-F238E27FC236}">
                <a16:creationId xmlns:a16="http://schemas.microsoft.com/office/drawing/2014/main" id="{35F35AF6-FBA2-4CA2-8A1F-2C977E6C9754}"/>
              </a:ext>
            </a:extLst>
          </p:cNvPr>
          <p:cNvSpPr>
            <a:spLocks noGrp="1"/>
          </p:cNvSpPr>
          <p:nvPr>
            <p:ph type="title" hasCustomPrompt="1"/>
          </p:nvPr>
        </p:nvSpPr>
        <p:spPr>
          <a:xfrm>
            <a:off x="2451534" y="989042"/>
            <a:ext cx="7287768" cy="630936"/>
          </a:xfrm>
        </p:spPr>
        <p:txBody>
          <a:bodyPr anchor="t">
            <a:noAutofit/>
          </a:bodyPr>
          <a:lstStyle>
            <a:lvl1pPr algn="ctr">
              <a:lnSpc>
                <a:spcPct val="125000"/>
              </a:lnSpc>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1558216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5C89BE0-E34D-48FA-8ED2-CA69BFBC4FB6}"/>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13" name="Picture Placeholder 7">
            <a:extLst>
              <a:ext uri="{FF2B5EF4-FFF2-40B4-BE49-F238E27FC236}">
                <a16:creationId xmlns:a16="http://schemas.microsoft.com/office/drawing/2014/main" id="{AB20A778-FBFD-4ED2-8E9B-6645F59A4D16}"/>
              </a:ext>
            </a:extLst>
          </p:cNvPr>
          <p:cNvSpPr>
            <a:spLocks noGrp="1"/>
          </p:cNvSpPr>
          <p:nvPr>
            <p:ph type="pic" sz="quarter" idx="14" hasCustomPrompt="1"/>
          </p:nvPr>
        </p:nvSpPr>
        <p:spPr>
          <a:xfrm>
            <a:off x="7179732" y="0"/>
            <a:ext cx="5012268" cy="6867376"/>
          </a:xfrm>
        </p:spPr>
        <p:txBody>
          <a:bodyPr/>
          <a:lstStyle>
            <a:lvl1pPr marL="0" indent="0" algn="ctr">
              <a:buNone/>
              <a:defRPr>
                <a:solidFill>
                  <a:schemeClr val="bg1"/>
                </a:solidFill>
              </a:defRPr>
            </a:lvl1pPr>
          </a:lstStyle>
          <a:p>
            <a:r>
              <a:rPr lang="en-US" dirty="0"/>
              <a:t>Click to add photo</a:t>
            </a:r>
          </a:p>
        </p:txBody>
      </p:sp>
      <p:sp>
        <p:nvSpPr>
          <p:cNvPr id="8" name="Picture Placeholder 7">
            <a:extLst>
              <a:ext uri="{FF2B5EF4-FFF2-40B4-BE49-F238E27FC236}">
                <a16:creationId xmlns:a16="http://schemas.microsoft.com/office/drawing/2014/main" id="{3B12CF59-4802-4969-8645-8E2014DF0AB6}"/>
              </a:ext>
            </a:extLst>
          </p:cNvPr>
          <p:cNvSpPr>
            <a:spLocks noGrp="1"/>
          </p:cNvSpPr>
          <p:nvPr>
            <p:ph type="pic" sz="quarter" idx="13" hasCustomPrompt="1"/>
          </p:nvPr>
        </p:nvSpPr>
        <p:spPr>
          <a:xfrm>
            <a:off x="7179732" y="0"/>
            <a:ext cx="5012267" cy="6867376"/>
          </a:xfrm>
        </p:spPr>
        <p:txBody>
          <a:bodyPr/>
          <a:lstStyle>
            <a:lvl1pPr marL="0" indent="0" algn="ctr">
              <a:buNone/>
              <a:defRPr>
                <a:solidFill>
                  <a:schemeClr val="bg1"/>
                </a:solidFill>
              </a:defRPr>
            </a:lvl1pPr>
          </a:lstStyle>
          <a:p>
            <a:r>
              <a:rPr lang="en-US" dirty="0"/>
              <a:t>Click to add photo</a:t>
            </a:r>
          </a:p>
        </p:txBody>
      </p:sp>
      <p:sp>
        <p:nvSpPr>
          <p:cNvPr id="3" name="Date Placeholder 2">
            <a:extLst>
              <a:ext uri="{FF2B5EF4-FFF2-40B4-BE49-F238E27FC236}">
                <a16:creationId xmlns:a16="http://schemas.microsoft.com/office/drawing/2014/main" id="{523CB959-A5D6-4887-9B77-916F0EA10660}"/>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E8C0AFFF-66EA-44D7-828D-244A190B13B2}"/>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4D589006-A738-42A2-B328-34F70A778A89}"/>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1" name="Title 1">
            <a:extLst>
              <a:ext uri="{FF2B5EF4-FFF2-40B4-BE49-F238E27FC236}">
                <a16:creationId xmlns:a16="http://schemas.microsoft.com/office/drawing/2014/main" id="{473E75D8-7274-49D2-8CF2-0E990C29CCA7}"/>
              </a:ext>
            </a:extLst>
          </p:cNvPr>
          <p:cNvSpPr>
            <a:spLocks noGrp="1"/>
          </p:cNvSpPr>
          <p:nvPr>
            <p:ph type="title" hasCustomPrompt="1"/>
          </p:nvPr>
        </p:nvSpPr>
        <p:spPr>
          <a:xfrm>
            <a:off x="793750" y="715939"/>
            <a:ext cx="4864608" cy="365760"/>
          </a:xfrm>
        </p:spPr>
        <p:txBody>
          <a:bodyPr anchor="t">
            <a:noAutofit/>
          </a:bodyPr>
          <a:lstStyle>
            <a:lvl1pPr>
              <a:defRPr sz="2800">
                <a:ln w="19050">
                  <a:solidFill>
                    <a:schemeClr val="bg1"/>
                  </a:solidFill>
                </a:ln>
              </a:defRPr>
            </a:lvl1pPr>
          </a:lstStyle>
          <a:p>
            <a:r>
              <a:rPr lang="en-US" dirty="0"/>
              <a:t>Click to add title</a:t>
            </a:r>
          </a:p>
        </p:txBody>
      </p:sp>
      <p:sp>
        <p:nvSpPr>
          <p:cNvPr id="6" name="Content Placeholder 5">
            <a:extLst>
              <a:ext uri="{FF2B5EF4-FFF2-40B4-BE49-F238E27FC236}">
                <a16:creationId xmlns:a16="http://schemas.microsoft.com/office/drawing/2014/main" id="{28591683-9C5C-45D2-A241-FC48B66B50DB}"/>
              </a:ext>
            </a:extLst>
          </p:cNvPr>
          <p:cNvSpPr>
            <a:spLocks noGrp="1"/>
          </p:cNvSpPr>
          <p:nvPr>
            <p:ph sz="quarter" idx="15"/>
          </p:nvPr>
        </p:nvSpPr>
        <p:spPr>
          <a:xfrm>
            <a:off x="793750" y="1238250"/>
            <a:ext cx="5422392" cy="459028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5740967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eet The Team">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39293AB-35CB-4344-A710-9C0BF396AEAC}"/>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AE5B5434-FC37-4DD2-AA81-6499AA6FB246}"/>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E8DC474A-5DF9-4EA3-A273-CA3941061639}"/>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DF6B1742-3B51-4EFC-8A04-CD872DE4EC37}"/>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9" name="Rectangle 8">
            <a:extLst>
              <a:ext uri="{FF2B5EF4-FFF2-40B4-BE49-F238E27FC236}">
                <a16:creationId xmlns:a16="http://schemas.microsoft.com/office/drawing/2014/main" id="{425C06A4-0C2D-4746-83C3-410A9B469E89}"/>
              </a:ext>
            </a:extLst>
          </p:cNvPr>
          <p:cNvSpPr/>
          <p:nvPr userDrawn="1"/>
        </p:nvSpPr>
        <p:spPr>
          <a:xfrm>
            <a:off x="739302" y="739302"/>
            <a:ext cx="10713396" cy="5379396"/>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9">
            <a:extLst>
              <a:ext uri="{FF2B5EF4-FFF2-40B4-BE49-F238E27FC236}">
                <a16:creationId xmlns:a16="http://schemas.microsoft.com/office/drawing/2014/main" id="{890CF5DC-D21B-4DF3-8248-1F809124AD98}"/>
              </a:ext>
            </a:extLst>
          </p:cNvPr>
          <p:cNvSpPr>
            <a:spLocks noGrp="1"/>
          </p:cNvSpPr>
          <p:nvPr>
            <p:ph type="pic" sz="quarter" idx="15" hasCustomPrompt="1"/>
          </p:nvPr>
        </p:nvSpPr>
        <p:spPr>
          <a:xfrm>
            <a:off x="1803737" y="2804053"/>
            <a:ext cx="1487419" cy="1498417"/>
          </a:xfrm>
          <a:prstGeom prst="rect">
            <a:avLst/>
          </a:prstGeom>
        </p:spPr>
        <p:txBody>
          <a:bodyPr/>
          <a:lstStyle>
            <a:lvl1pPr marL="0" indent="0" algn="ctr">
              <a:buNone/>
              <a:defRPr/>
            </a:lvl1pPr>
          </a:lstStyle>
          <a:p>
            <a:r>
              <a:rPr lang="en-US" dirty="0"/>
              <a:t>Click to add photo</a:t>
            </a:r>
          </a:p>
        </p:txBody>
      </p:sp>
      <p:sp>
        <p:nvSpPr>
          <p:cNvPr id="14" name="Text Placeholder 10">
            <a:extLst>
              <a:ext uri="{FF2B5EF4-FFF2-40B4-BE49-F238E27FC236}">
                <a16:creationId xmlns:a16="http://schemas.microsoft.com/office/drawing/2014/main" id="{BEE26967-C0C7-4310-90FC-F1914D2403E8}"/>
              </a:ext>
            </a:extLst>
          </p:cNvPr>
          <p:cNvSpPr>
            <a:spLocks noGrp="1"/>
          </p:cNvSpPr>
          <p:nvPr>
            <p:ph type="body" sz="quarter" idx="18" hasCustomPrompt="1"/>
          </p:nvPr>
        </p:nvSpPr>
        <p:spPr>
          <a:xfrm>
            <a:off x="1488239" y="4570546"/>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15" name="Text Placeholder 10">
            <a:extLst>
              <a:ext uri="{FF2B5EF4-FFF2-40B4-BE49-F238E27FC236}">
                <a16:creationId xmlns:a16="http://schemas.microsoft.com/office/drawing/2014/main" id="{3CA187B6-5AE8-4D11-8E79-63677F474D26}"/>
              </a:ext>
            </a:extLst>
          </p:cNvPr>
          <p:cNvSpPr>
            <a:spLocks noGrp="1"/>
          </p:cNvSpPr>
          <p:nvPr>
            <p:ph type="body" sz="quarter" idx="19" hasCustomPrompt="1"/>
          </p:nvPr>
        </p:nvSpPr>
        <p:spPr>
          <a:xfrm>
            <a:off x="1488239" y="4886780"/>
            <a:ext cx="2118414"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16" name="Picture Placeholder 9">
            <a:extLst>
              <a:ext uri="{FF2B5EF4-FFF2-40B4-BE49-F238E27FC236}">
                <a16:creationId xmlns:a16="http://schemas.microsoft.com/office/drawing/2014/main" id="{A72BAC04-D935-470E-B6B5-E9CCE70D11F4}"/>
              </a:ext>
            </a:extLst>
          </p:cNvPr>
          <p:cNvSpPr>
            <a:spLocks noGrp="1"/>
          </p:cNvSpPr>
          <p:nvPr>
            <p:ph type="pic" sz="quarter" idx="20" hasCustomPrompt="1"/>
          </p:nvPr>
        </p:nvSpPr>
        <p:spPr>
          <a:xfrm>
            <a:off x="4175961" y="2804053"/>
            <a:ext cx="1487419" cy="1498417"/>
          </a:xfrm>
          <a:prstGeom prst="rect">
            <a:avLst/>
          </a:prstGeom>
        </p:spPr>
        <p:txBody>
          <a:bodyPr/>
          <a:lstStyle>
            <a:lvl1pPr marL="0" indent="0" algn="ctr">
              <a:buNone/>
              <a:defRPr/>
            </a:lvl1pPr>
          </a:lstStyle>
          <a:p>
            <a:r>
              <a:rPr lang="en-US" dirty="0"/>
              <a:t>Click to add photo</a:t>
            </a:r>
          </a:p>
        </p:txBody>
      </p:sp>
      <p:sp>
        <p:nvSpPr>
          <p:cNvPr id="17" name="Picture Placeholder 9">
            <a:extLst>
              <a:ext uri="{FF2B5EF4-FFF2-40B4-BE49-F238E27FC236}">
                <a16:creationId xmlns:a16="http://schemas.microsoft.com/office/drawing/2014/main" id="{456256DC-B113-4559-8D0B-3F8B4A7CAB2B}"/>
              </a:ext>
            </a:extLst>
          </p:cNvPr>
          <p:cNvSpPr>
            <a:spLocks noGrp="1"/>
          </p:cNvSpPr>
          <p:nvPr>
            <p:ph type="pic" sz="quarter" idx="21" hasCustomPrompt="1"/>
          </p:nvPr>
        </p:nvSpPr>
        <p:spPr>
          <a:xfrm>
            <a:off x="6548185" y="2804053"/>
            <a:ext cx="1487419" cy="1498417"/>
          </a:xfrm>
          <a:prstGeom prst="rect">
            <a:avLst/>
          </a:prstGeom>
        </p:spPr>
        <p:txBody>
          <a:bodyPr/>
          <a:lstStyle>
            <a:lvl1pPr marL="0" indent="0" algn="ctr">
              <a:buNone/>
              <a:defRPr/>
            </a:lvl1pPr>
          </a:lstStyle>
          <a:p>
            <a:r>
              <a:rPr lang="en-US" dirty="0"/>
              <a:t>Click to add photo</a:t>
            </a:r>
          </a:p>
        </p:txBody>
      </p:sp>
      <p:sp>
        <p:nvSpPr>
          <p:cNvPr id="18" name="Picture Placeholder 9">
            <a:extLst>
              <a:ext uri="{FF2B5EF4-FFF2-40B4-BE49-F238E27FC236}">
                <a16:creationId xmlns:a16="http://schemas.microsoft.com/office/drawing/2014/main" id="{E60A063A-DD07-4E82-9217-A8AD06D7C94F}"/>
              </a:ext>
            </a:extLst>
          </p:cNvPr>
          <p:cNvSpPr>
            <a:spLocks noGrp="1"/>
          </p:cNvSpPr>
          <p:nvPr>
            <p:ph type="pic" sz="quarter" idx="22" hasCustomPrompt="1"/>
          </p:nvPr>
        </p:nvSpPr>
        <p:spPr>
          <a:xfrm>
            <a:off x="8920409" y="2804053"/>
            <a:ext cx="1487419" cy="1498417"/>
          </a:xfrm>
          <a:prstGeom prst="rect">
            <a:avLst/>
          </a:prstGeom>
        </p:spPr>
        <p:txBody>
          <a:bodyPr/>
          <a:lstStyle>
            <a:lvl1pPr marL="0" indent="0" algn="ctr">
              <a:buNone/>
              <a:defRPr/>
            </a:lvl1pPr>
          </a:lstStyle>
          <a:p>
            <a:r>
              <a:rPr lang="en-US" dirty="0"/>
              <a:t>Click to add photo</a:t>
            </a:r>
          </a:p>
        </p:txBody>
      </p:sp>
      <p:sp>
        <p:nvSpPr>
          <p:cNvPr id="19" name="Text Placeholder 10">
            <a:extLst>
              <a:ext uri="{FF2B5EF4-FFF2-40B4-BE49-F238E27FC236}">
                <a16:creationId xmlns:a16="http://schemas.microsoft.com/office/drawing/2014/main" id="{4194B9ED-C9B7-4850-B875-B179F9A6ADC4}"/>
              </a:ext>
            </a:extLst>
          </p:cNvPr>
          <p:cNvSpPr>
            <a:spLocks noGrp="1"/>
          </p:cNvSpPr>
          <p:nvPr>
            <p:ph type="body" sz="quarter" idx="23" hasCustomPrompt="1"/>
          </p:nvPr>
        </p:nvSpPr>
        <p:spPr>
          <a:xfrm>
            <a:off x="3860463" y="4570546"/>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20" name="Text Placeholder 10">
            <a:extLst>
              <a:ext uri="{FF2B5EF4-FFF2-40B4-BE49-F238E27FC236}">
                <a16:creationId xmlns:a16="http://schemas.microsoft.com/office/drawing/2014/main" id="{DBB00C57-7DE2-436D-8748-527515EE4A6A}"/>
              </a:ext>
            </a:extLst>
          </p:cNvPr>
          <p:cNvSpPr>
            <a:spLocks noGrp="1"/>
          </p:cNvSpPr>
          <p:nvPr>
            <p:ph type="body" sz="quarter" idx="24" hasCustomPrompt="1"/>
          </p:nvPr>
        </p:nvSpPr>
        <p:spPr>
          <a:xfrm>
            <a:off x="3860463" y="4886780"/>
            <a:ext cx="2118414"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21" name="Text Placeholder 10">
            <a:extLst>
              <a:ext uri="{FF2B5EF4-FFF2-40B4-BE49-F238E27FC236}">
                <a16:creationId xmlns:a16="http://schemas.microsoft.com/office/drawing/2014/main" id="{D6503F18-AEB2-4183-8F37-6BE4BBD66EE2}"/>
              </a:ext>
            </a:extLst>
          </p:cNvPr>
          <p:cNvSpPr>
            <a:spLocks noGrp="1"/>
          </p:cNvSpPr>
          <p:nvPr>
            <p:ph type="body" sz="quarter" idx="25" hasCustomPrompt="1"/>
          </p:nvPr>
        </p:nvSpPr>
        <p:spPr>
          <a:xfrm>
            <a:off x="6232687" y="4570546"/>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22" name="Text Placeholder 10">
            <a:extLst>
              <a:ext uri="{FF2B5EF4-FFF2-40B4-BE49-F238E27FC236}">
                <a16:creationId xmlns:a16="http://schemas.microsoft.com/office/drawing/2014/main" id="{D01AC31E-901A-4C34-A8AE-71C303E07F53}"/>
              </a:ext>
            </a:extLst>
          </p:cNvPr>
          <p:cNvSpPr>
            <a:spLocks noGrp="1"/>
          </p:cNvSpPr>
          <p:nvPr>
            <p:ph type="body" sz="quarter" idx="26" hasCustomPrompt="1"/>
          </p:nvPr>
        </p:nvSpPr>
        <p:spPr>
          <a:xfrm>
            <a:off x="6232687" y="4886780"/>
            <a:ext cx="2118414"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23" name="Text Placeholder 10">
            <a:extLst>
              <a:ext uri="{FF2B5EF4-FFF2-40B4-BE49-F238E27FC236}">
                <a16:creationId xmlns:a16="http://schemas.microsoft.com/office/drawing/2014/main" id="{F113CB6D-E397-418B-8738-D96E553ADD2F}"/>
              </a:ext>
            </a:extLst>
          </p:cNvPr>
          <p:cNvSpPr>
            <a:spLocks noGrp="1"/>
          </p:cNvSpPr>
          <p:nvPr>
            <p:ph type="body" sz="quarter" idx="27" hasCustomPrompt="1"/>
          </p:nvPr>
        </p:nvSpPr>
        <p:spPr>
          <a:xfrm>
            <a:off x="8604911" y="4570546"/>
            <a:ext cx="2118415"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24" name="Text Placeholder 10">
            <a:extLst>
              <a:ext uri="{FF2B5EF4-FFF2-40B4-BE49-F238E27FC236}">
                <a16:creationId xmlns:a16="http://schemas.microsoft.com/office/drawing/2014/main" id="{63EA5C1A-BB92-4C5E-BB99-A85B0B0FC499}"/>
              </a:ext>
            </a:extLst>
          </p:cNvPr>
          <p:cNvSpPr>
            <a:spLocks noGrp="1"/>
          </p:cNvSpPr>
          <p:nvPr>
            <p:ph type="body" sz="quarter" idx="28" hasCustomPrompt="1"/>
          </p:nvPr>
        </p:nvSpPr>
        <p:spPr>
          <a:xfrm>
            <a:off x="8604911" y="4886780"/>
            <a:ext cx="2118415"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26" name="Rectangle 25">
            <a:extLst>
              <a:ext uri="{FF2B5EF4-FFF2-40B4-BE49-F238E27FC236}">
                <a16:creationId xmlns:a16="http://schemas.microsoft.com/office/drawing/2014/main" id="{90E93D6C-0CD6-42A7-A2D2-C8582F7B353C}"/>
              </a:ext>
            </a:extLst>
          </p:cNvPr>
          <p:cNvSpPr/>
          <p:nvPr userDrawn="1"/>
        </p:nvSpPr>
        <p:spPr>
          <a:xfrm>
            <a:off x="1686323"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B7D0FDBA-5294-4730-92D6-440AA8DE35AE}"/>
              </a:ext>
            </a:extLst>
          </p:cNvPr>
          <p:cNvSpPr/>
          <p:nvPr userDrawn="1"/>
        </p:nvSpPr>
        <p:spPr>
          <a:xfrm>
            <a:off x="4058547"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E8E75564-AD04-4406-979E-AC0A8BE2AEFD}"/>
              </a:ext>
            </a:extLst>
          </p:cNvPr>
          <p:cNvSpPr/>
          <p:nvPr userDrawn="1"/>
        </p:nvSpPr>
        <p:spPr>
          <a:xfrm>
            <a:off x="6430771"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0E7899F8-DBAB-4DCC-857C-94A3CF0FE542}"/>
              </a:ext>
            </a:extLst>
          </p:cNvPr>
          <p:cNvSpPr/>
          <p:nvPr userDrawn="1"/>
        </p:nvSpPr>
        <p:spPr>
          <a:xfrm>
            <a:off x="8802995"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B41C8F6-B68C-4B34-A1EC-848B6301BE02}"/>
              </a:ext>
            </a:extLst>
          </p:cNvPr>
          <p:cNvSpPr>
            <a:spLocks noGrp="1"/>
          </p:cNvSpPr>
          <p:nvPr>
            <p:ph type="title" hasCustomPrompt="1"/>
          </p:nvPr>
        </p:nvSpPr>
        <p:spPr>
          <a:xfrm>
            <a:off x="2452698" y="1566777"/>
            <a:ext cx="7286604" cy="634323"/>
          </a:xfrm>
        </p:spPr>
        <p:txBody>
          <a:bodyPr anchor="t">
            <a:normAutofit/>
          </a:bodyPr>
          <a:lstStyle>
            <a:lvl1pPr algn="ctr">
              <a:lnSpc>
                <a:spcPct val="125000"/>
              </a:lnSpc>
              <a:defRPr sz="2800"/>
            </a:lvl1pPr>
          </a:lstStyle>
          <a:p>
            <a:r>
              <a:rPr lang="en-US" dirty="0"/>
              <a:t>Click to add title</a:t>
            </a:r>
          </a:p>
        </p:txBody>
      </p:sp>
    </p:spTree>
    <p:extLst>
      <p:ext uri="{BB962C8B-B14F-4D97-AF65-F5344CB8AC3E}">
        <p14:creationId xmlns:p14="http://schemas.microsoft.com/office/powerpoint/2010/main" val="17140602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e Full Team">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B7C369-B3B1-47DB-AFB5-4A2FA0A0469C}"/>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26EDB6E9-4285-4C1C-9752-2D43D60780B6}"/>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B52EDB06-237E-4E77-B217-FD0E19A41086}"/>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A0BACDA0-CD42-4B14-A524-FF6FF7E28A6A}"/>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1" name="Rectangle 10">
            <a:extLst>
              <a:ext uri="{FF2B5EF4-FFF2-40B4-BE49-F238E27FC236}">
                <a16:creationId xmlns:a16="http://schemas.microsoft.com/office/drawing/2014/main" id="{C8C5DE79-8AB4-425F-A9CB-B17901806732}"/>
              </a:ext>
            </a:extLst>
          </p:cNvPr>
          <p:cNvSpPr/>
          <p:nvPr userDrawn="1"/>
        </p:nvSpPr>
        <p:spPr>
          <a:xfrm>
            <a:off x="739302" y="739302"/>
            <a:ext cx="10713396" cy="5379396"/>
          </a:xfrm>
          <a:prstGeom prst="rect">
            <a:avLst/>
          </a:prstGeom>
          <a:solidFill>
            <a:schemeClr val="bg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 Placeholder 10">
            <a:extLst>
              <a:ext uri="{FF2B5EF4-FFF2-40B4-BE49-F238E27FC236}">
                <a16:creationId xmlns:a16="http://schemas.microsoft.com/office/drawing/2014/main" id="{A8FDD580-B69C-4AF1-9C0C-1CF94ECEB278}"/>
              </a:ext>
            </a:extLst>
          </p:cNvPr>
          <p:cNvSpPr>
            <a:spLocks noGrp="1"/>
          </p:cNvSpPr>
          <p:nvPr>
            <p:ph type="body" sz="quarter" idx="18" hasCustomPrompt="1"/>
          </p:nvPr>
        </p:nvSpPr>
        <p:spPr>
          <a:xfrm>
            <a:off x="1418477" y="5098599"/>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32" name="Text Placeholder 10">
            <a:extLst>
              <a:ext uri="{FF2B5EF4-FFF2-40B4-BE49-F238E27FC236}">
                <a16:creationId xmlns:a16="http://schemas.microsoft.com/office/drawing/2014/main" id="{7A72E08F-5B05-415B-A503-4CED86D11FE1}"/>
              </a:ext>
            </a:extLst>
          </p:cNvPr>
          <p:cNvSpPr>
            <a:spLocks noGrp="1"/>
          </p:cNvSpPr>
          <p:nvPr>
            <p:ph type="body" sz="quarter" idx="19" hasCustomPrompt="1"/>
          </p:nvPr>
        </p:nvSpPr>
        <p:spPr>
          <a:xfrm>
            <a:off x="1418477" y="5414833"/>
            <a:ext cx="2118414"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36" name="Text Placeholder 10">
            <a:extLst>
              <a:ext uri="{FF2B5EF4-FFF2-40B4-BE49-F238E27FC236}">
                <a16:creationId xmlns:a16="http://schemas.microsoft.com/office/drawing/2014/main" id="{02D7BE41-1227-4D94-AC6E-F4D007491740}"/>
              </a:ext>
            </a:extLst>
          </p:cNvPr>
          <p:cNvSpPr>
            <a:spLocks noGrp="1"/>
          </p:cNvSpPr>
          <p:nvPr>
            <p:ph type="body" sz="quarter" idx="23" hasCustomPrompt="1"/>
          </p:nvPr>
        </p:nvSpPr>
        <p:spPr>
          <a:xfrm>
            <a:off x="3839016" y="5098599"/>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37" name="Text Placeholder 10">
            <a:extLst>
              <a:ext uri="{FF2B5EF4-FFF2-40B4-BE49-F238E27FC236}">
                <a16:creationId xmlns:a16="http://schemas.microsoft.com/office/drawing/2014/main" id="{C7E8138A-A795-4EF2-B1FF-1A36693A3593}"/>
              </a:ext>
            </a:extLst>
          </p:cNvPr>
          <p:cNvSpPr>
            <a:spLocks noGrp="1"/>
          </p:cNvSpPr>
          <p:nvPr>
            <p:ph type="body" sz="quarter" idx="24" hasCustomPrompt="1"/>
          </p:nvPr>
        </p:nvSpPr>
        <p:spPr>
          <a:xfrm>
            <a:off x="3839016" y="5414833"/>
            <a:ext cx="2118414"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38" name="Text Placeholder 10">
            <a:extLst>
              <a:ext uri="{FF2B5EF4-FFF2-40B4-BE49-F238E27FC236}">
                <a16:creationId xmlns:a16="http://schemas.microsoft.com/office/drawing/2014/main" id="{77F66B66-F2E4-439A-A7DF-A9A64B0DF7BB}"/>
              </a:ext>
            </a:extLst>
          </p:cNvPr>
          <p:cNvSpPr>
            <a:spLocks noGrp="1"/>
          </p:cNvSpPr>
          <p:nvPr>
            <p:ph type="body" sz="quarter" idx="25" hasCustomPrompt="1"/>
          </p:nvPr>
        </p:nvSpPr>
        <p:spPr>
          <a:xfrm>
            <a:off x="6259555" y="5098599"/>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39" name="Text Placeholder 10">
            <a:extLst>
              <a:ext uri="{FF2B5EF4-FFF2-40B4-BE49-F238E27FC236}">
                <a16:creationId xmlns:a16="http://schemas.microsoft.com/office/drawing/2014/main" id="{13CDFA66-0739-48E3-97B6-F63F13A0A838}"/>
              </a:ext>
            </a:extLst>
          </p:cNvPr>
          <p:cNvSpPr>
            <a:spLocks noGrp="1"/>
          </p:cNvSpPr>
          <p:nvPr>
            <p:ph type="body" sz="quarter" idx="26" hasCustomPrompt="1"/>
          </p:nvPr>
        </p:nvSpPr>
        <p:spPr>
          <a:xfrm>
            <a:off x="6259555" y="5414833"/>
            <a:ext cx="2118414"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40" name="Text Placeholder 10">
            <a:extLst>
              <a:ext uri="{FF2B5EF4-FFF2-40B4-BE49-F238E27FC236}">
                <a16:creationId xmlns:a16="http://schemas.microsoft.com/office/drawing/2014/main" id="{B4EE4B66-F80E-45BB-B2FE-CC11E1FBAF24}"/>
              </a:ext>
            </a:extLst>
          </p:cNvPr>
          <p:cNvSpPr>
            <a:spLocks noGrp="1"/>
          </p:cNvSpPr>
          <p:nvPr>
            <p:ph type="body" sz="quarter" idx="27" hasCustomPrompt="1"/>
          </p:nvPr>
        </p:nvSpPr>
        <p:spPr>
          <a:xfrm>
            <a:off x="8680094" y="5098599"/>
            <a:ext cx="2118415"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41" name="Text Placeholder 10">
            <a:extLst>
              <a:ext uri="{FF2B5EF4-FFF2-40B4-BE49-F238E27FC236}">
                <a16:creationId xmlns:a16="http://schemas.microsoft.com/office/drawing/2014/main" id="{51F734C1-F867-4FB6-A239-D99ED9E4C54D}"/>
              </a:ext>
            </a:extLst>
          </p:cNvPr>
          <p:cNvSpPr>
            <a:spLocks noGrp="1"/>
          </p:cNvSpPr>
          <p:nvPr>
            <p:ph type="body" sz="quarter" idx="28" hasCustomPrompt="1"/>
          </p:nvPr>
        </p:nvSpPr>
        <p:spPr>
          <a:xfrm>
            <a:off x="8680094" y="5414833"/>
            <a:ext cx="2118415"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62" name="Picture Placeholder 9">
            <a:extLst>
              <a:ext uri="{FF2B5EF4-FFF2-40B4-BE49-F238E27FC236}">
                <a16:creationId xmlns:a16="http://schemas.microsoft.com/office/drawing/2014/main" id="{11E88FD1-69BB-4254-81B8-7B383CE8D2D0}"/>
              </a:ext>
            </a:extLst>
          </p:cNvPr>
          <p:cNvSpPr>
            <a:spLocks noGrp="1"/>
          </p:cNvSpPr>
          <p:nvPr>
            <p:ph type="pic" sz="quarter" idx="29" hasCustomPrompt="1"/>
          </p:nvPr>
        </p:nvSpPr>
        <p:spPr>
          <a:xfrm>
            <a:off x="2002390" y="2327255"/>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63" name="Text Placeholder 10">
            <a:extLst>
              <a:ext uri="{FF2B5EF4-FFF2-40B4-BE49-F238E27FC236}">
                <a16:creationId xmlns:a16="http://schemas.microsoft.com/office/drawing/2014/main" id="{E6EBB7F2-ABDB-41F2-8A6B-93196276ABF5}"/>
              </a:ext>
            </a:extLst>
          </p:cNvPr>
          <p:cNvSpPr>
            <a:spLocks noGrp="1"/>
          </p:cNvSpPr>
          <p:nvPr>
            <p:ph type="body" sz="quarter" idx="30" hasCustomPrompt="1"/>
          </p:nvPr>
        </p:nvSpPr>
        <p:spPr>
          <a:xfrm>
            <a:off x="1418477" y="3263610"/>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64" name="Text Placeholder 10">
            <a:extLst>
              <a:ext uri="{FF2B5EF4-FFF2-40B4-BE49-F238E27FC236}">
                <a16:creationId xmlns:a16="http://schemas.microsoft.com/office/drawing/2014/main" id="{4D66759F-DBAD-46B4-929C-18F2FB541B00}"/>
              </a:ext>
            </a:extLst>
          </p:cNvPr>
          <p:cNvSpPr>
            <a:spLocks noGrp="1"/>
          </p:cNvSpPr>
          <p:nvPr>
            <p:ph type="body" sz="quarter" idx="31" hasCustomPrompt="1"/>
          </p:nvPr>
        </p:nvSpPr>
        <p:spPr>
          <a:xfrm>
            <a:off x="1418477" y="3579845"/>
            <a:ext cx="2118414"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68" name="Text Placeholder 10">
            <a:extLst>
              <a:ext uri="{FF2B5EF4-FFF2-40B4-BE49-F238E27FC236}">
                <a16:creationId xmlns:a16="http://schemas.microsoft.com/office/drawing/2014/main" id="{07D90C20-BFF7-4D04-AD95-1861DF74509F}"/>
              </a:ext>
            </a:extLst>
          </p:cNvPr>
          <p:cNvSpPr>
            <a:spLocks noGrp="1"/>
          </p:cNvSpPr>
          <p:nvPr>
            <p:ph type="body" sz="quarter" idx="35" hasCustomPrompt="1"/>
          </p:nvPr>
        </p:nvSpPr>
        <p:spPr>
          <a:xfrm>
            <a:off x="3839016" y="3263610"/>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69" name="Text Placeholder 10">
            <a:extLst>
              <a:ext uri="{FF2B5EF4-FFF2-40B4-BE49-F238E27FC236}">
                <a16:creationId xmlns:a16="http://schemas.microsoft.com/office/drawing/2014/main" id="{EF54F366-5FD7-4707-A0E3-FAFA53156C29}"/>
              </a:ext>
            </a:extLst>
          </p:cNvPr>
          <p:cNvSpPr>
            <a:spLocks noGrp="1"/>
          </p:cNvSpPr>
          <p:nvPr>
            <p:ph type="body" sz="quarter" idx="36" hasCustomPrompt="1"/>
          </p:nvPr>
        </p:nvSpPr>
        <p:spPr>
          <a:xfrm>
            <a:off x="3839016" y="3579845"/>
            <a:ext cx="2118414"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70" name="Text Placeholder 10">
            <a:extLst>
              <a:ext uri="{FF2B5EF4-FFF2-40B4-BE49-F238E27FC236}">
                <a16:creationId xmlns:a16="http://schemas.microsoft.com/office/drawing/2014/main" id="{A51158F4-509A-44E4-A601-2CD7AEDE7380}"/>
              </a:ext>
            </a:extLst>
          </p:cNvPr>
          <p:cNvSpPr>
            <a:spLocks noGrp="1"/>
          </p:cNvSpPr>
          <p:nvPr>
            <p:ph type="body" sz="quarter" idx="37" hasCustomPrompt="1"/>
          </p:nvPr>
        </p:nvSpPr>
        <p:spPr>
          <a:xfrm>
            <a:off x="6259555" y="3263610"/>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71" name="Text Placeholder 10">
            <a:extLst>
              <a:ext uri="{FF2B5EF4-FFF2-40B4-BE49-F238E27FC236}">
                <a16:creationId xmlns:a16="http://schemas.microsoft.com/office/drawing/2014/main" id="{DA9AC8DA-4C66-4D66-9075-59DC95E2AC33}"/>
              </a:ext>
            </a:extLst>
          </p:cNvPr>
          <p:cNvSpPr>
            <a:spLocks noGrp="1"/>
          </p:cNvSpPr>
          <p:nvPr>
            <p:ph type="body" sz="quarter" idx="38" hasCustomPrompt="1"/>
          </p:nvPr>
        </p:nvSpPr>
        <p:spPr>
          <a:xfrm>
            <a:off x="6259555" y="3579845"/>
            <a:ext cx="2118414"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72" name="Text Placeholder 10">
            <a:extLst>
              <a:ext uri="{FF2B5EF4-FFF2-40B4-BE49-F238E27FC236}">
                <a16:creationId xmlns:a16="http://schemas.microsoft.com/office/drawing/2014/main" id="{F3A598D9-D412-4C15-A31C-3A4842B32E1F}"/>
              </a:ext>
            </a:extLst>
          </p:cNvPr>
          <p:cNvSpPr>
            <a:spLocks noGrp="1"/>
          </p:cNvSpPr>
          <p:nvPr>
            <p:ph type="body" sz="quarter" idx="39" hasCustomPrompt="1"/>
          </p:nvPr>
        </p:nvSpPr>
        <p:spPr>
          <a:xfrm>
            <a:off x="8680094" y="3263610"/>
            <a:ext cx="2118415"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73" name="Text Placeholder 10">
            <a:extLst>
              <a:ext uri="{FF2B5EF4-FFF2-40B4-BE49-F238E27FC236}">
                <a16:creationId xmlns:a16="http://schemas.microsoft.com/office/drawing/2014/main" id="{14A0A9AD-40F7-4203-917C-8BFBF4FCF2C0}"/>
              </a:ext>
            </a:extLst>
          </p:cNvPr>
          <p:cNvSpPr>
            <a:spLocks noGrp="1"/>
          </p:cNvSpPr>
          <p:nvPr>
            <p:ph type="body" sz="quarter" idx="40" hasCustomPrompt="1"/>
          </p:nvPr>
        </p:nvSpPr>
        <p:spPr>
          <a:xfrm>
            <a:off x="8680094" y="3579845"/>
            <a:ext cx="2118415"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74" name="Rectangle 73">
            <a:extLst>
              <a:ext uri="{FF2B5EF4-FFF2-40B4-BE49-F238E27FC236}">
                <a16:creationId xmlns:a16="http://schemas.microsoft.com/office/drawing/2014/main" id="{129E220D-4268-4E0B-B292-D87F92DF6ED3}"/>
              </a:ext>
            </a:extLst>
          </p:cNvPr>
          <p:cNvSpPr/>
          <p:nvPr userDrawn="1"/>
        </p:nvSpPr>
        <p:spPr>
          <a:xfrm>
            <a:off x="1947081" y="2272648"/>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Picture Placeholder 9">
            <a:extLst>
              <a:ext uri="{FF2B5EF4-FFF2-40B4-BE49-F238E27FC236}">
                <a16:creationId xmlns:a16="http://schemas.microsoft.com/office/drawing/2014/main" id="{2DB6BDC2-D18B-4AF7-9B33-2FB86D67A64A}"/>
              </a:ext>
            </a:extLst>
          </p:cNvPr>
          <p:cNvSpPr>
            <a:spLocks noGrp="1"/>
          </p:cNvSpPr>
          <p:nvPr>
            <p:ph type="pic" sz="quarter" idx="41" hasCustomPrompt="1"/>
          </p:nvPr>
        </p:nvSpPr>
        <p:spPr>
          <a:xfrm>
            <a:off x="2002390" y="4154796"/>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79" name="Rectangle 78">
            <a:extLst>
              <a:ext uri="{FF2B5EF4-FFF2-40B4-BE49-F238E27FC236}">
                <a16:creationId xmlns:a16="http://schemas.microsoft.com/office/drawing/2014/main" id="{CB9D855A-B11D-44DC-BBE1-7BA68BD18E68}"/>
              </a:ext>
            </a:extLst>
          </p:cNvPr>
          <p:cNvSpPr/>
          <p:nvPr userDrawn="1"/>
        </p:nvSpPr>
        <p:spPr>
          <a:xfrm>
            <a:off x="1947081" y="4100189"/>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Picture Placeholder 9">
            <a:extLst>
              <a:ext uri="{FF2B5EF4-FFF2-40B4-BE49-F238E27FC236}">
                <a16:creationId xmlns:a16="http://schemas.microsoft.com/office/drawing/2014/main" id="{D12B69C6-4468-4017-A141-0864B9065E88}"/>
              </a:ext>
            </a:extLst>
          </p:cNvPr>
          <p:cNvSpPr>
            <a:spLocks noGrp="1"/>
          </p:cNvSpPr>
          <p:nvPr>
            <p:ph type="pic" sz="quarter" idx="42" hasCustomPrompt="1"/>
          </p:nvPr>
        </p:nvSpPr>
        <p:spPr>
          <a:xfrm>
            <a:off x="4422929" y="2319234"/>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1" name="Rectangle 80">
            <a:extLst>
              <a:ext uri="{FF2B5EF4-FFF2-40B4-BE49-F238E27FC236}">
                <a16:creationId xmlns:a16="http://schemas.microsoft.com/office/drawing/2014/main" id="{E874C203-B833-4D0D-9674-D25DFA3F9606}"/>
              </a:ext>
            </a:extLst>
          </p:cNvPr>
          <p:cNvSpPr/>
          <p:nvPr userDrawn="1"/>
        </p:nvSpPr>
        <p:spPr>
          <a:xfrm>
            <a:off x="4367620" y="2264627"/>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Picture Placeholder 9">
            <a:extLst>
              <a:ext uri="{FF2B5EF4-FFF2-40B4-BE49-F238E27FC236}">
                <a16:creationId xmlns:a16="http://schemas.microsoft.com/office/drawing/2014/main" id="{0B83E94D-7A2E-4F82-9F6F-414BB1EE1F9D}"/>
              </a:ext>
            </a:extLst>
          </p:cNvPr>
          <p:cNvSpPr>
            <a:spLocks noGrp="1"/>
          </p:cNvSpPr>
          <p:nvPr>
            <p:ph type="pic" sz="quarter" idx="43" hasCustomPrompt="1"/>
          </p:nvPr>
        </p:nvSpPr>
        <p:spPr>
          <a:xfrm>
            <a:off x="4422929" y="4146775"/>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3" name="Rectangle 82">
            <a:extLst>
              <a:ext uri="{FF2B5EF4-FFF2-40B4-BE49-F238E27FC236}">
                <a16:creationId xmlns:a16="http://schemas.microsoft.com/office/drawing/2014/main" id="{454DE692-CD53-4D36-9E21-EDBFA9779183}"/>
              </a:ext>
            </a:extLst>
          </p:cNvPr>
          <p:cNvSpPr/>
          <p:nvPr userDrawn="1"/>
        </p:nvSpPr>
        <p:spPr>
          <a:xfrm>
            <a:off x="4367620" y="4092168"/>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Picture Placeholder 9">
            <a:extLst>
              <a:ext uri="{FF2B5EF4-FFF2-40B4-BE49-F238E27FC236}">
                <a16:creationId xmlns:a16="http://schemas.microsoft.com/office/drawing/2014/main" id="{722A2533-C7FE-4FF8-88EA-CC5A72E587E0}"/>
              </a:ext>
            </a:extLst>
          </p:cNvPr>
          <p:cNvSpPr>
            <a:spLocks noGrp="1"/>
          </p:cNvSpPr>
          <p:nvPr>
            <p:ph type="pic" sz="quarter" idx="44" hasCustomPrompt="1"/>
          </p:nvPr>
        </p:nvSpPr>
        <p:spPr>
          <a:xfrm>
            <a:off x="6843468" y="2323944"/>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5" name="Rectangle 84">
            <a:extLst>
              <a:ext uri="{FF2B5EF4-FFF2-40B4-BE49-F238E27FC236}">
                <a16:creationId xmlns:a16="http://schemas.microsoft.com/office/drawing/2014/main" id="{60564730-564F-4992-974D-020B105689EE}"/>
              </a:ext>
            </a:extLst>
          </p:cNvPr>
          <p:cNvSpPr/>
          <p:nvPr userDrawn="1"/>
        </p:nvSpPr>
        <p:spPr>
          <a:xfrm>
            <a:off x="6788159" y="2269337"/>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Picture Placeholder 9">
            <a:extLst>
              <a:ext uri="{FF2B5EF4-FFF2-40B4-BE49-F238E27FC236}">
                <a16:creationId xmlns:a16="http://schemas.microsoft.com/office/drawing/2014/main" id="{3FF1C129-85E6-40AA-8026-14C47F0F038C}"/>
              </a:ext>
            </a:extLst>
          </p:cNvPr>
          <p:cNvSpPr>
            <a:spLocks noGrp="1"/>
          </p:cNvSpPr>
          <p:nvPr>
            <p:ph type="pic" sz="quarter" idx="45" hasCustomPrompt="1"/>
          </p:nvPr>
        </p:nvSpPr>
        <p:spPr>
          <a:xfrm>
            <a:off x="6843468" y="4151485"/>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7" name="Rectangle 86">
            <a:extLst>
              <a:ext uri="{FF2B5EF4-FFF2-40B4-BE49-F238E27FC236}">
                <a16:creationId xmlns:a16="http://schemas.microsoft.com/office/drawing/2014/main" id="{3E7D63A3-3C58-4F80-B353-C26650B97F55}"/>
              </a:ext>
            </a:extLst>
          </p:cNvPr>
          <p:cNvSpPr/>
          <p:nvPr userDrawn="1"/>
        </p:nvSpPr>
        <p:spPr>
          <a:xfrm>
            <a:off x="6788159" y="4096878"/>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Picture Placeholder 9">
            <a:extLst>
              <a:ext uri="{FF2B5EF4-FFF2-40B4-BE49-F238E27FC236}">
                <a16:creationId xmlns:a16="http://schemas.microsoft.com/office/drawing/2014/main" id="{C78943C0-07AD-428D-A010-64CDDC815654}"/>
              </a:ext>
            </a:extLst>
          </p:cNvPr>
          <p:cNvSpPr>
            <a:spLocks noGrp="1"/>
          </p:cNvSpPr>
          <p:nvPr>
            <p:ph type="pic" sz="quarter" idx="46" hasCustomPrompt="1"/>
          </p:nvPr>
        </p:nvSpPr>
        <p:spPr>
          <a:xfrm>
            <a:off x="9264007" y="2315923"/>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9" name="Rectangle 88">
            <a:extLst>
              <a:ext uri="{FF2B5EF4-FFF2-40B4-BE49-F238E27FC236}">
                <a16:creationId xmlns:a16="http://schemas.microsoft.com/office/drawing/2014/main" id="{44D0D2B8-EB2F-407A-A7DF-29BF878D0C97}"/>
              </a:ext>
            </a:extLst>
          </p:cNvPr>
          <p:cNvSpPr/>
          <p:nvPr userDrawn="1"/>
        </p:nvSpPr>
        <p:spPr>
          <a:xfrm>
            <a:off x="9208698" y="2261316"/>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Picture Placeholder 9">
            <a:extLst>
              <a:ext uri="{FF2B5EF4-FFF2-40B4-BE49-F238E27FC236}">
                <a16:creationId xmlns:a16="http://schemas.microsoft.com/office/drawing/2014/main" id="{9F5D0399-2186-4D0F-B2B6-FB29536013E2}"/>
              </a:ext>
            </a:extLst>
          </p:cNvPr>
          <p:cNvSpPr>
            <a:spLocks noGrp="1"/>
          </p:cNvSpPr>
          <p:nvPr>
            <p:ph type="pic" sz="quarter" idx="47" hasCustomPrompt="1"/>
          </p:nvPr>
        </p:nvSpPr>
        <p:spPr>
          <a:xfrm>
            <a:off x="9264007" y="4143464"/>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91" name="Rectangle 90">
            <a:extLst>
              <a:ext uri="{FF2B5EF4-FFF2-40B4-BE49-F238E27FC236}">
                <a16:creationId xmlns:a16="http://schemas.microsoft.com/office/drawing/2014/main" id="{A161A1AC-702C-4209-BE7C-E51F7434B5B5}"/>
              </a:ext>
            </a:extLst>
          </p:cNvPr>
          <p:cNvSpPr/>
          <p:nvPr userDrawn="1"/>
        </p:nvSpPr>
        <p:spPr>
          <a:xfrm>
            <a:off x="9208698" y="4088857"/>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itle 1">
            <a:extLst>
              <a:ext uri="{FF2B5EF4-FFF2-40B4-BE49-F238E27FC236}">
                <a16:creationId xmlns:a16="http://schemas.microsoft.com/office/drawing/2014/main" id="{8ADA00ED-298B-444A-A7F5-508EDBA56FC5}"/>
              </a:ext>
            </a:extLst>
          </p:cNvPr>
          <p:cNvSpPr>
            <a:spLocks noGrp="1"/>
          </p:cNvSpPr>
          <p:nvPr>
            <p:ph type="title" hasCustomPrompt="1"/>
          </p:nvPr>
        </p:nvSpPr>
        <p:spPr>
          <a:xfrm>
            <a:off x="2452698" y="1187753"/>
            <a:ext cx="7286604" cy="634323"/>
          </a:xfrm>
        </p:spPr>
        <p:txBody>
          <a:bodyPr anchor="t">
            <a:normAutofit/>
          </a:bodyPr>
          <a:lstStyle>
            <a:lvl1pPr algn="ctr">
              <a:lnSpc>
                <a:spcPct val="125000"/>
              </a:lnSpc>
              <a:defRPr sz="2800"/>
            </a:lvl1pPr>
          </a:lstStyle>
          <a:p>
            <a:r>
              <a:rPr lang="en-US" dirty="0"/>
              <a:t>Click to add title</a:t>
            </a:r>
          </a:p>
        </p:txBody>
      </p:sp>
    </p:spTree>
    <p:extLst>
      <p:ext uri="{BB962C8B-B14F-4D97-AF65-F5344CB8AC3E}">
        <p14:creationId xmlns:p14="http://schemas.microsoft.com/office/powerpoint/2010/main" val="197788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FBC2989-2CED-47FB-8D23-FF60F2561EAD}"/>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BA429704-4AB7-47AB-8C1F-4C2E4C99A10E}"/>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B0348280-3106-454C-9D69-9BD1267B1811}"/>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09426433-6916-408B-BE80-EB35C693077C}"/>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34" name="Rectangle 33">
            <a:extLst>
              <a:ext uri="{FF2B5EF4-FFF2-40B4-BE49-F238E27FC236}">
                <a16:creationId xmlns:a16="http://schemas.microsoft.com/office/drawing/2014/main" id="{137D1BF6-CA32-48D3-B8AE-5D5C621A7EB5}"/>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2">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4">
            <a:extLst>
              <a:ext uri="{FF2B5EF4-FFF2-40B4-BE49-F238E27FC236}">
                <a16:creationId xmlns:a16="http://schemas.microsoft.com/office/drawing/2014/main" id="{F57E488F-AD89-4213-9093-5646DF323A25}"/>
              </a:ext>
            </a:extLst>
          </p:cNvPr>
          <p:cNvSpPr>
            <a:spLocks noGrp="1"/>
          </p:cNvSpPr>
          <p:nvPr>
            <p:ph type="body" sz="quarter" idx="13" hasCustomPrompt="1"/>
          </p:nvPr>
        </p:nvSpPr>
        <p:spPr>
          <a:xfrm>
            <a:off x="900511"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4"/>
                </a:solidFill>
                <a:latin typeface="+mj-lt"/>
              </a:defRPr>
            </a:lvl1pPr>
          </a:lstStyle>
          <a:p>
            <a:pPr lvl="0"/>
            <a:r>
              <a:rPr lang="en-US"/>
              <a:t>Click to add title</a:t>
            </a:r>
          </a:p>
        </p:txBody>
      </p:sp>
      <p:sp>
        <p:nvSpPr>
          <p:cNvPr id="20" name="Text Placeholder 14">
            <a:extLst>
              <a:ext uri="{FF2B5EF4-FFF2-40B4-BE49-F238E27FC236}">
                <a16:creationId xmlns:a16="http://schemas.microsoft.com/office/drawing/2014/main" id="{E31C9DEB-43A3-4514-9EB8-2CE147497B96}"/>
              </a:ext>
            </a:extLst>
          </p:cNvPr>
          <p:cNvSpPr>
            <a:spLocks noGrp="1"/>
          </p:cNvSpPr>
          <p:nvPr>
            <p:ph type="body" sz="quarter" idx="15" hasCustomPrompt="1"/>
          </p:nvPr>
        </p:nvSpPr>
        <p:spPr>
          <a:xfrm>
            <a:off x="900511"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254EC399-E62D-401A-936C-2B26F8265F17}"/>
              </a:ext>
            </a:extLst>
          </p:cNvPr>
          <p:cNvSpPr>
            <a:spLocks noGrp="1"/>
          </p:cNvSpPr>
          <p:nvPr>
            <p:ph type="body" sz="quarter" idx="16" hasCustomPrompt="1"/>
          </p:nvPr>
        </p:nvSpPr>
        <p:spPr>
          <a:xfrm>
            <a:off x="3584039"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3">
                    <a:lumMod val="60000"/>
                    <a:lumOff val="40000"/>
                  </a:schemeClr>
                </a:solidFill>
                <a:latin typeface="+mj-lt"/>
              </a:defRPr>
            </a:lvl1pPr>
          </a:lstStyle>
          <a:p>
            <a:pPr lvl="0"/>
            <a:r>
              <a:rPr lang="en-US"/>
              <a:t>Click to add title</a:t>
            </a:r>
          </a:p>
        </p:txBody>
      </p:sp>
      <p:sp>
        <p:nvSpPr>
          <p:cNvPr id="22" name="Text Placeholder 14">
            <a:extLst>
              <a:ext uri="{FF2B5EF4-FFF2-40B4-BE49-F238E27FC236}">
                <a16:creationId xmlns:a16="http://schemas.microsoft.com/office/drawing/2014/main" id="{4F49DC18-7C09-4FFC-98BF-DC17FCE6223B}"/>
              </a:ext>
            </a:extLst>
          </p:cNvPr>
          <p:cNvSpPr>
            <a:spLocks noGrp="1"/>
          </p:cNvSpPr>
          <p:nvPr>
            <p:ph type="body" sz="quarter" idx="17" hasCustomPrompt="1"/>
          </p:nvPr>
        </p:nvSpPr>
        <p:spPr>
          <a:xfrm>
            <a:off x="3584039"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3" name="Text Placeholder 14">
            <a:extLst>
              <a:ext uri="{FF2B5EF4-FFF2-40B4-BE49-F238E27FC236}">
                <a16:creationId xmlns:a16="http://schemas.microsoft.com/office/drawing/2014/main" id="{9D21F281-5009-4E28-B34E-218C36B33ABD}"/>
              </a:ext>
            </a:extLst>
          </p:cNvPr>
          <p:cNvSpPr>
            <a:spLocks noGrp="1"/>
          </p:cNvSpPr>
          <p:nvPr>
            <p:ph type="body" sz="quarter" idx="18" hasCustomPrompt="1"/>
          </p:nvPr>
        </p:nvSpPr>
        <p:spPr>
          <a:xfrm>
            <a:off x="6267567"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5"/>
                </a:solidFill>
                <a:latin typeface="+mj-lt"/>
              </a:defRPr>
            </a:lvl1pPr>
          </a:lstStyle>
          <a:p>
            <a:pPr lvl="0"/>
            <a:r>
              <a:rPr lang="en-US"/>
              <a:t>Click to add title</a:t>
            </a:r>
          </a:p>
        </p:txBody>
      </p:sp>
      <p:sp>
        <p:nvSpPr>
          <p:cNvPr id="24" name="Text Placeholder 14">
            <a:extLst>
              <a:ext uri="{FF2B5EF4-FFF2-40B4-BE49-F238E27FC236}">
                <a16:creationId xmlns:a16="http://schemas.microsoft.com/office/drawing/2014/main" id="{75C2A3FB-F206-4ED3-A8BF-712D66D52D29}"/>
              </a:ext>
            </a:extLst>
          </p:cNvPr>
          <p:cNvSpPr>
            <a:spLocks noGrp="1"/>
          </p:cNvSpPr>
          <p:nvPr>
            <p:ph type="body" sz="quarter" idx="19" hasCustomPrompt="1"/>
          </p:nvPr>
        </p:nvSpPr>
        <p:spPr>
          <a:xfrm>
            <a:off x="6267567"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5" name="Text Placeholder 14">
            <a:extLst>
              <a:ext uri="{FF2B5EF4-FFF2-40B4-BE49-F238E27FC236}">
                <a16:creationId xmlns:a16="http://schemas.microsoft.com/office/drawing/2014/main" id="{433D1544-1248-444D-B0AC-C5B22E1D2638}"/>
              </a:ext>
            </a:extLst>
          </p:cNvPr>
          <p:cNvSpPr>
            <a:spLocks noGrp="1"/>
          </p:cNvSpPr>
          <p:nvPr>
            <p:ph type="body" sz="quarter" idx="20" hasCustomPrompt="1"/>
          </p:nvPr>
        </p:nvSpPr>
        <p:spPr>
          <a:xfrm>
            <a:off x="8951094"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2">
                    <a:lumMod val="20000"/>
                    <a:lumOff val="80000"/>
                  </a:schemeClr>
                </a:solidFill>
                <a:latin typeface="+mj-lt"/>
              </a:defRPr>
            </a:lvl1pPr>
          </a:lstStyle>
          <a:p>
            <a:pPr lvl="0"/>
            <a:r>
              <a:rPr lang="en-US"/>
              <a:t>Click to add title</a:t>
            </a:r>
          </a:p>
        </p:txBody>
      </p:sp>
      <p:sp>
        <p:nvSpPr>
          <p:cNvPr id="26" name="Text Placeholder 14">
            <a:extLst>
              <a:ext uri="{FF2B5EF4-FFF2-40B4-BE49-F238E27FC236}">
                <a16:creationId xmlns:a16="http://schemas.microsoft.com/office/drawing/2014/main" id="{9F4FDF38-0969-49B5-BE15-AB7D41B68D28}"/>
              </a:ext>
            </a:extLst>
          </p:cNvPr>
          <p:cNvSpPr>
            <a:spLocks noGrp="1"/>
          </p:cNvSpPr>
          <p:nvPr>
            <p:ph type="body" sz="quarter" idx="21" hasCustomPrompt="1"/>
          </p:nvPr>
        </p:nvSpPr>
        <p:spPr>
          <a:xfrm>
            <a:off x="8951094"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7" name="Text Placeholder 10">
            <a:extLst>
              <a:ext uri="{FF2B5EF4-FFF2-40B4-BE49-F238E27FC236}">
                <a16:creationId xmlns:a16="http://schemas.microsoft.com/office/drawing/2014/main" id="{A749E3E6-EB0F-4108-9196-2A2DDD63E220}"/>
              </a:ext>
            </a:extLst>
          </p:cNvPr>
          <p:cNvSpPr>
            <a:spLocks noGrp="1"/>
          </p:cNvSpPr>
          <p:nvPr>
            <p:ph type="body" sz="quarter" idx="22" hasCustomPrompt="1"/>
          </p:nvPr>
        </p:nvSpPr>
        <p:spPr>
          <a:xfrm>
            <a:off x="1285758" y="2399173"/>
            <a:ext cx="1611892" cy="1151632"/>
          </a:xfrm>
          <a:prstGeom prst="rect">
            <a:avLst/>
          </a:prstGeom>
        </p:spPr>
        <p:txBody>
          <a:bodyPr anchor="ctr"/>
          <a:lstStyle>
            <a:lvl1pPr marL="0" indent="0" algn="ctr">
              <a:lnSpc>
                <a:spcPct val="80000"/>
              </a:lnSpc>
              <a:spcBef>
                <a:spcPts val="1000"/>
              </a:spcBef>
              <a:spcAft>
                <a:spcPts val="0"/>
              </a:spcAft>
              <a:buNone/>
              <a:defRPr sz="2800" cap="all" spc="100" baseline="0">
                <a:solidFill>
                  <a:schemeClr val="accent4"/>
                </a:solidFill>
                <a:latin typeface="+mj-lt"/>
              </a:defRPr>
            </a:lvl1pPr>
          </a:lstStyle>
          <a:p>
            <a:pPr lvl="0"/>
            <a:r>
              <a:rPr lang="en-US"/>
              <a:t>Add title</a:t>
            </a:r>
          </a:p>
        </p:txBody>
      </p:sp>
      <p:sp>
        <p:nvSpPr>
          <p:cNvPr id="28" name="Text Placeholder 10">
            <a:extLst>
              <a:ext uri="{FF2B5EF4-FFF2-40B4-BE49-F238E27FC236}">
                <a16:creationId xmlns:a16="http://schemas.microsoft.com/office/drawing/2014/main" id="{CA8E4A5D-4A2C-4FCA-9886-11A6692866A6}"/>
              </a:ext>
            </a:extLst>
          </p:cNvPr>
          <p:cNvSpPr>
            <a:spLocks noGrp="1"/>
          </p:cNvSpPr>
          <p:nvPr>
            <p:ph type="body" sz="quarter" idx="23" hasCustomPrompt="1"/>
          </p:nvPr>
        </p:nvSpPr>
        <p:spPr>
          <a:xfrm>
            <a:off x="6652814"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accent5"/>
                </a:solidFill>
                <a:latin typeface="+mj-lt"/>
              </a:defRPr>
            </a:lvl1pPr>
          </a:lstStyle>
          <a:p>
            <a:pPr lvl="0"/>
            <a:r>
              <a:rPr lang="en-US"/>
              <a:t>Add title</a:t>
            </a:r>
          </a:p>
        </p:txBody>
      </p:sp>
      <p:sp>
        <p:nvSpPr>
          <p:cNvPr id="29" name="Text Placeholder 10">
            <a:extLst>
              <a:ext uri="{FF2B5EF4-FFF2-40B4-BE49-F238E27FC236}">
                <a16:creationId xmlns:a16="http://schemas.microsoft.com/office/drawing/2014/main" id="{D12F1290-6B4C-49B8-BC26-3B433534C3F7}"/>
              </a:ext>
            </a:extLst>
          </p:cNvPr>
          <p:cNvSpPr>
            <a:spLocks noGrp="1"/>
          </p:cNvSpPr>
          <p:nvPr>
            <p:ph type="body" sz="quarter" idx="24" hasCustomPrompt="1"/>
          </p:nvPr>
        </p:nvSpPr>
        <p:spPr>
          <a:xfrm>
            <a:off x="9336341"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accent2">
                    <a:lumMod val="20000"/>
                    <a:lumOff val="80000"/>
                  </a:schemeClr>
                </a:solidFill>
                <a:latin typeface="+mj-lt"/>
              </a:defRPr>
            </a:lvl1pPr>
          </a:lstStyle>
          <a:p>
            <a:pPr lvl="0"/>
            <a:r>
              <a:rPr lang="en-US"/>
              <a:t>Add title</a:t>
            </a:r>
          </a:p>
        </p:txBody>
      </p:sp>
      <p:sp>
        <p:nvSpPr>
          <p:cNvPr id="30" name="Text Placeholder 10">
            <a:extLst>
              <a:ext uri="{FF2B5EF4-FFF2-40B4-BE49-F238E27FC236}">
                <a16:creationId xmlns:a16="http://schemas.microsoft.com/office/drawing/2014/main" id="{0E60E704-AD01-4048-8D70-3F4CA25DA632}"/>
              </a:ext>
            </a:extLst>
          </p:cNvPr>
          <p:cNvSpPr>
            <a:spLocks noGrp="1"/>
          </p:cNvSpPr>
          <p:nvPr>
            <p:ph type="body" sz="quarter" idx="25" hasCustomPrompt="1"/>
          </p:nvPr>
        </p:nvSpPr>
        <p:spPr>
          <a:xfrm>
            <a:off x="3969286"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accent3">
                    <a:lumMod val="60000"/>
                    <a:lumOff val="40000"/>
                  </a:schemeClr>
                </a:solidFill>
                <a:latin typeface="+mj-lt"/>
              </a:defRPr>
            </a:lvl1pPr>
          </a:lstStyle>
          <a:p>
            <a:pPr lvl="0"/>
            <a:r>
              <a:rPr lang="en-US"/>
              <a:t>Add title</a:t>
            </a:r>
          </a:p>
        </p:txBody>
      </p:sp>
      <p:sp>
        <p:nvSpPr>
          <p:cNvPr id="31" name="Title 1">
            <a:extLst>
              <a:ext uri="{FF2B5EF4-FFF2-40B4-BE49-F238E27FC236}">
                <a16:creationId xmlns:a16="http://schemas.microsoft.com/office/drawing/2014/main" id="{4CB251EF-EB2B-4D32-A321-FEC37EAB8D87}"/>
              </a:ext>
            </a:extLst>
          </p:cNvPr>
          <p:cNvSpPr>
            <a:spLocks noGrp="1"/>
          </p:cNvSpPr>
          <p:nvPr>
            <p:ph type="title" hasCustomPrompt="1"/>
          </p:nvPr>
        </p:nvSpPr>
        <p:spPr>
          <a:xfrm>
            <a:off x="793750" y="715939"/>
            <a:ext cx="4864608" cy="365760"/>
          </a:xfrm>
        </p:spPr>
        <p:txBody>
          <a:bodyPr anchor="t">
            <a:noAutofit/>
          </a:bodyPr>
          <a:lstStyle>
            <a:lvl1pPr>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37791732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D2CF4D42-6C74-47FD-8195-943D55ADA87D}"/>
              </a:ext>
            </a:extLst>
          </p:cNvPr>
          <p:cNvSpPr>
            <a:spLocks noGrp="1"/>
          </p:cNvSpPr>
          <p:nvPr>
            <p:ph type="pic" sz="quarter" idx="13" hasCustomPrompt="1"/>
          </p:nvPr>
        </p:nvSpPr>
        <p:spPr>
          <a:xfrm>
            <a:off x="0" y="0"/>
            <a:ext cx="12192000" cy="6858000"/>
          </a:xfrm>
        </p:spPr>
        <p:txBody>
          <a:bodyPr/>
          <a:lstStyle>
            <a:lvl1pPr marL="0" indent="0" algn="ctr">
              <a:buNone/>
              <a:defRPr>
                <a:solidFill>
                  <a:schemeClr val="tx1"/>
                </a:solidFill>
              </a:defRPr>
            </a:lvl1pPr>
          </a:lstStyle>
          <a:p>
            <a:r>
              <a:rPr lang="en-US" dirty="0"/>
              <a:t>Click to add photo</a:t>
            </a:r>
          </a:p>
        </p:txBody>
      </p:sp>
      <p:sp>
        <p:nvSpPr>
          <p:cNvPr id="3" name="Date Placeholder 2">
            <a:extLst>
              <a:ext uri="{FF2B5EF4-FFF2-40B4-BE49-F238E27FC236}">
                <a16:creationId xmlns:a16="http://schemas.microsoft.com/office/drawing/2014/main" id="{59275658-2C01-4217-AE99-DF0FDFFE43C5}"/>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3F913D93-CECF-4647-8DC2-8F7DD04E742B}"/>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03C60507-1EAA-4632-9D67-1BD599F4F549}"/>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1" name="Title 1">
            <a:extLst>
              <a:ext uri="{FF2B5EF4-FFF2-40B4-BE49-F238E27FC236}">
                <a16:creationId xmlns:a16="http://schemas.microsoft.com/office/drawing/2014/main" id="{2754639B-AD71-425C-BF07-356C0F14C96B}"/>
              </a:ext>
            </a:extLst>
          </p:cNvPr>
          <p:cNvSpPr>
            <a:spLocks noGrp="1"/>
          </p:cNvSpPr>
          <p:nvPr>
            <p:ph type="title" hasCustomPrompt="1"/>
          </p:nvPr>
        </p:nvSpPr>
        <p:spPr>
          <a:xfrm>
            <a:off x="0" y="1353381"/>
            <a:ext cx="5622878" cy="4151236"/>
          </a:xfrm>
          <a:solidFill>
            <a:schemeClr val="accent3">
              <a:alpha val="90000"/>
            </a:schemeClr>
          </a:solidFill>
        </p:spPr>
        <p:txBody>
          <a:bodyPr vert="horz" lIns="649224" tIns="749808" rIns="91440" bIns="45720" rtlCol="0" anchor="t">
            <a:noAutofit/>
          </a:bodyPr>
          <a:lstStyle>
            <a:lvl1pPr>
              <a:defRPr lang="en-US" sz="2800">
                <a:ln w="19050">
                  <a:solidFill>
                    <a:schemeClr val="bg1"/>
                  </a:solidFill>
                </a:ln>
                <a:ea typeface="+mn-ea"/>
                <a:cs typeface="+mn-cs"/>
              </a:defRPr>
            </a:lvl1pPr>
          </a:lstStyle>
          <a:p>
            <a:pPr marL="0" lvl="0" indent="0">
              <a:spcBef>
                <a:spcPts val="0"/>
              </a:spcBef>
              <a:buFont typeface="Arial" panose="020B0604020202020204" pitchFamily="34" charset="0"/>
            </a:pPr>
            <a:r>
              <a:rPr lang="en-US" dirty="0"/>
              <a:t>Click to add title</a:t>
            </a:r>
          </a:p>
        </p:txBody>
      </p:sp>
      <p:sp>
        <p:nvSpPr>
          <p:cNvPr id="8" name="Text Placeholder 17">
            <a:extLst>
              <a:ext uri="{FF2B5EF4-FFF2-40B4-BE49-F238E27FC236}">
                <a16:creationId xmlns:a16="http://schemas.microsoft.com/office/drawing/2014/main" id="{64CF3C46-90B8-467D-9D50-086B9135701F}"/>
              </a:ext>
            </a:extLst>
          </p:cNvPr>
          <p:cNvSpPr>
            <a:spLocks noGrp="1"/>
          </p:cNvSpPr>
          <p:nvPr>
            <p:ph type="body" sz="quarter" idx="15" hasCustomPrompt="1"/>
          </p:nvPr>
        </p:nvSpPr>
        <p:spPr>
          <a:xfrm>
            <a:off x="577993" y="2689071"/>
            <a:ext cx="4567209" cy="2212496"/>
          </a:xfrm>
        </p:spPr>
        <p:txBody>
          <a:bodyPr>
            <a:noAutofit/>
          </a:bodyPr>
          <a:lstStyle>
            <a:lvl1pPr marL="0" indent="0" algn="l">
              <a:lnSpc>
                <a:spcPct val="125000"/>
              </a:lnSpc>
              <a:buNone/>
              <a:defRPr sz="1400" spc="100" baseline="0">
                <a:solidFill>
                  <a:schemeClr val="bg1"/>
                </a:solidFill>
              </a:defRPr>
            </a:lvl1pPr>
          </a:lstStyle>
          <a:p>
            <a:pPr lvl="0"/>
            <a:r>
              <a:rPr lang="en-US" dirty="0"/>
              <a:t>Click to add text</a:t>
            </a:r>
          </a:p>
        </p:txBody>
      </p:sp>
    </p:spTree>
    <p:extLst>
      <p:ext uri="{BB962C8B-B14F-4D97-AF65-F5344CB8AC3E}">
        <p14:creationId xmlns:p14="http://schemas.microsoft.com/office/powerpoint/2010/main" val="21718030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10B86B2D-56E1-4FB2-8CC9-DBC6C0B6EB09}"/>
              </a:ext>
            </a:extLst>
          </p:cNvPr>
          <p:cNvSpPr>
            <a:spLocks noGrp="1"/>
          </p:cNvSpPr>
          <p:nvPr>
            <p:ph type="pic" sz="quarter" idx="13" hasCustomPrompt="1"/>
          </p:nvPr>
        </p:nvSpPr>
        <p:spPr>
          <a:xfrm flipH="1">
            <a:off x="0" y="0"/>
            <a:ext cx="8153400" cy="6858000"/>
          </a:xfrm>
        </p:spPr>
        <p:txBody>
          <a:bodyPr/>
          <a:lstStyle>
            <a:lvl1pPr marL="0" indent="0" algn="ctr">
              <a:buNone/>
              <a:defRPr>
                <a:solidFill>
                  <a:schemeClr val="bg1"/>
                </a:solidFill>
              </a:defRPr>
            </a:lvl1pPr>
          </a:lstStyle>
          <a:p>
            <a:r>
              <a:rPr lang="en-US" dirty="0"/>
              <a:t>Click to add photo</a:t>
            </a:r>
          </a:p>
        </p:txBody>
      </p:sp>
      <p:sp>
        <p:nvSpPr>
          <p:cNvPr id="8" name="Text Placeholder 17">
            <a:extLst>
              <a:ext uri="{FF2B5EF4-FFF2-40B4-BE49-F238E27FC236}">
                <a16:creationId xmlns:a16="http://schemas.microsoft.com/office/drawing/2014/main" id="{1D70C38F-1ABB-4C86-972A-E388226700C8}"/>
              </a:ext>
            </a:extLst>
          </p:cNvPr>
          <p:cNvSpPr>
            <a:spLocks noGrp="1"/>
          </p:cNvSpPr>
          <p:nvPr>
            <p:ph type="body" sz="quarter" idx="15" hasCustomPrompt="1"/>
          </p:nvPr>
        </p:nvSpPr>
        <p:spPr>
          <a:xfrm>
            <a:off x="7465112" y="2326705"/>
            <a:ext cx="4114592" cy="2212496"/>
          </a:xfrm>
        </p:spPr>
        <p:txBody>
          <a:bodyPr>
            <a:noAutofit/>
          </a:bodyPr>
          <a:lstStyle>
            <a:lvl1pPr marL="0" indent="0" algn="l">
              <a:lnSpc>
                <a:spcPct val="125000"/>
              </a:lnSpc>
              <a:buNone/>
              <a:defRPr sz="1400" spc="100" baseline="0">
                <a:solidFill>
                  <a:schemeClr val="bg1"/>
                </a:solidFill>
              </a:defRPr>
            </a:lvl1pPr>
          </a:lstStyle>
          <a:p>
            <a:pPr lvl="0"/>
            <a:r>
              <a:rPr lang="en-US"/>
              <a:t>Click to add text</a:t>
            </a:r>
          </a:p>
        </p:txBody>
      </p:sp>
      <p:sp>
        <p:nvSpPr>
          <p:cNvPr id="3" name="Date Placeholder 2">
            <a:extLst>
              <a:ext uri="{FF2B5EF4-FFF2-40B4-BE49-F238E27FC236}">
                <a16:creationId xmlns:a16="http://schemas.microsoft.com/office/drawing/2014/main" id="{319B0AE4-4C17-4975-A59C-4D9EFE584062}"/>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D5FC9023-3371-40C0-A618-BF8AA20FFE56}"/>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C8221E28-544B-4D00-A151-341F3D7EC99A}"/>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2" name="Title 1">
            <a:extLst>
              <a:ext uri="{FF2B5EF4-FFF2-40B4-BE49-F238E27FC236}">
                <a16:creationId xmlns:a16="http://schemas.microsoft.com/office/drawing/2014/main" id="{0E907CF0-318A-401D-9F77-B63C65D2968E}"/>
              </a:ext>
            </a:extLst>
          </p:cNvPr>
          <p:cNvSpPr>
            <a:spLocks noGrp="1"/>
          </p:cNvSpPr>
          <p:nvPr>
            <p:ph type="title" hasCustomPrompt="1"/>
          </p:nvPr>
        </p:nvSpPr>
        <p:spPr>
          <a:xfrm>
            <a:off x="7452360" y="1728566"/>
            <a:ext cx="4127344" cy="724702"/>
          </a:xfrm>
        </p:spPr>
        <p:txBody>
          <a:bodyPr anchor="t">
            <a:noAutofit/>
          </a:bodyPr>
          <a:lstStyle>
            <a:lvl1pPr>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2198803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30B4CC-1CD5-414E-92CD-721B331F6F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B2A47427-FA4C-4262-9C2A-A640B569D4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ABFE89D4-4BDC-4CC9-959B-0D2E0BEB89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cap="all" spc="100" baseline="0">
                <a:solidFill>
                  <a:schemeClr val="bg1">
                    <a:lumMod val="95000"/>
                  </a:schemeClr>
                </a:solidFill>
                <a:latin typeface="Posterama" panose="020B0504020200020000" pitchFamily="34" charset="0"/>
                <a:cs typeface="Posterama" panose="020B0504020200020000" pitchFamily="34" charset="0"/>
              </a:defRPr>
            </a:lvl1pPr>
          </a:lstStyle>
          <a:p>
            <a:r>
              <a:rPr lang="en-US" dirty="0"/>
              <a:t>8/06/20XX</a:t>
            </a:r>
          </a:p>
        </p:txBody>
      </p:sp>
      <p:sp>
        <p:nvSpPr>
          <p:cNvPr id="5" name="Footer Placeholder 4">
            <a:extLst>
              <a:ext uri="{FF2B5EF4-FFF2-40B4-BE49-F238E27FC236}">
                <a16:creationId xmlns:a16="http://schemas.microsoft.com/office/drawing/2014/main" id="{FE1285D2-5742-46C4-A6B1-B07CC6823A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cap="all" spc="100" baseline="0">
                <a:solidFill>
                  <a:schemeClr val="bg1">
                    <a:lumMod val="95000"/>
                  </a:schemeClr>
                </a:solidFill>
                <a:latin typeface="Posterama" panose="020B0504020200020000" pitchFamily="34" charset="0"/>
                <a:cs typeface="Posterama" panose="020B0504020200020000" pitchFamily="34" charset="0"/>
              </a:defRPr>
            </a:lvl1pPr>
          </a:lstStyle>
          <a:p>
            <a:r>
              <a:rPr lang="en-US" dirty="0"/>
              <a:t>PITCH DECK</a:t>
            </a:r>
          </a:p>
        </p:txBody>
      </p:sp>
      <p:sp>
        <p:nvSpPr>
          <p:cNvPr id="6" name="Slide Number Placeholder 5">
            <a:extLst>
              <a:ext uri="{FF2B5EF4-FFF2-40B4-BE49-F238E27FC236}">
                <a16:creationId xmlns:a16="http://schemas.microsoft.com/office/drawing/2014/main" id="{03D7CF20-6E1A-4F87-A039-3C59B25DA4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cap="all" spc="100" baseline="0">
                <a:solidFill>
                  <a:schemeClr val="bg1">
                    <a:lumMod val="95000"/>
                  </a:schemeClr>
                </a:solidFill>
                <a:latin typeface="Posterama" panose="020B0504020200020000" pitchFamily="34" charset="0"/>
                <a:cs typeface="Posterama" panose="020B0504020200020000" pitchFamily="34" charset="0"/>
              </a:defRPr>
            </a:lvl1pPr>
          </a:lstStyle>
          <a:p>
            <a:fld id="{A402E4C0-AD5E-4E8C-9F21-7CCE474BDCEB}" type="slidenum">
              <a:rPr lang="en-US" smtClean="0"/>
              <a:pPr/>
              <a:t>‹#›</a:t>
            </a:fld>
            <a:endParaRPr lang="en-US" dirty="0"/>
          </a:p>
        </p:txBody>
      </p:sp>
    </p:spTree>
    <p:extLst>
      <p:ext uri="{BB962C8B-B14F-4D97-AF65-F5344CB8AC3E}">
        <p14:creationId xmlns:p14="http://schemas.microsoft.com/office/powerpoint/2010/main" val="3634822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p:txStyles>
    <p:titleStyle>
      <a:lvl1pPr algn="l" defTabSz="914400" rtl="0" eaLnBrk="1" latinLnBrk="0" hangingPunct="1">
        <a:lnSpc>
          <a:spcPct val="80000"/>
        </a:lnSpc>
        <a:spcBef>
          <a:spcPct val="0"/>
        </a:spcBef>
        <a:buNone/>
        <a:defRPr sz="4400" kern="1200" cap="all" spc="400" baseline="0">
          <a:ln w="19050">
            <a:solidFill>
              <a:schemeClr val="accent2"/>
            </a:solidFill>
          </a:ln>
          <a:no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115C523A-AC40-4CBA-9DF4-B287ED32185D}"/>
              </a:ext>
            </a:extLst>
          </p:cNvPr>
          <p:cNvSpPr>
            <a:spLocks noGrp="1"/>
          </p:cNvSpPr>
          <p:nvPr>
            <p:ph type="title" idx="4294967295"/>
          </p:nvPr>
        </p:nvSpPr>
        <p:spPr>
          <a:xfrm>
            <a:off x="654211" y="1416026"/>
            <a:ext cx="10883576" cy="1406337"/>
          </a:xfrm>
        </p:spPr>
        <p:txBody>
          <a:bodyPr/>
          <a:lstStyle/>
          <a:p>
            <a:pPr algn="ctr"/>
            <a:r>
              <a:rPr lang="en-US" sz="4000" b="1" dirty="0">
                <a:solidFill>
                  <a:schemeClr val="bg2">
                    <a:lumMod val="90000"/>
                  </a:schemeClr>
                </a:solidFill>
              </a:rPr>
              <a:t>Financial Analyst Agent</a:t>
            </a:r>
          </a:p>
        </p:txBody>
      </p:sp>
      <p:pic>
        <p:nvPicPr>
          <p:cNvPr id="5" name="Picture 4" descr="A red and white logo on a black background&#10;&#10;AI-generated content may be incorrect.">
            <a:extLst>
              <a:ext uri="{FF2B5EF4-FFF2-40B4-BE49-F238E27FC236}">
                <a16:creationId xmlns:a16="http://schemas.microsoft.com/office/drawing/2014/main" id="{E9F079D8-6726-4357-B454-34D20298D5F4}"/>
              </a:ext>
            </a:extLst>
          </p:cNvPr>
          <p:cNvPicPr>
            <a:picLocks noChangeAspect="1"/>
          </p:cNvPicPr>
          <p:nvPr/>
        </p:nvPicPr>
        <p:blipFill>
          <a:blip r:embed="rId2"/>
          <a:stretch>
            <a:fillRect/>
          </a:stretch>
        </p:blipFill>
        <p:spPr>
          <a:xfrm>
            <a:off x="-502686" y="-1063176"/>
            <a:ext cx="3848100" cy="3009900"/>
          </a:xfrm>
          <a:prstGeom prst="rect">
            <a:avLst/>
          </a:prstGeom>
        </p:spPr>
      </p:pic>
      <p:sp>
        <p:nvSpPr>
          <p:cNvPr id="10" name="TextBox 9">
            <a:extLst>
              <a:ext uri="{FF2B5EF4-FFF2-40B4-BE49-F238E27FC236}">
                <a16:creationId xmlns:a16="http://schemas.microsoft.com/office/drawing/2014/main" id="{FD5C606B-21A8-961A-4651-4D82159928A0}"/>
              </a:ext>
            </a:extLst>
          </p:cNvPr>
          <p:cNvSpPr txBox="1"/>
          <p:nvPr/>
        </p:nvSpPr>
        <p:spPr>
          <a:xfrm>
            <a:off x="654211" y="3236113"/>
            <a:ext cx="4560046" cy="523220"/>
          </a:xfrm>
          <a:prstGeom prst="rect">
            <a:avLst/>
          </a:prstGeom>
          <a:noFill/>
        </p:spPr>
        <p:txBody>
          <a:bodyPr wrap="square">
            <a:spAutoFit/>
          </a:bodyPr>
          <a:lstStyle/>
          <a:p>
            <a:r>
              <a:rPr lang="en-US" sz="2800" dirty="0">
                <a:solidFill>
                  <a:prstClr val="white"/>
                </a:solidFill>
                <a:latin typeface="Bierstadt"/>
              </a:rPr>
              <a:t>Under the guidance of</a:t>
            </a:r>
            <a:endParaRPr lang="en-IN" sz="2800" dirty="0"/>
          </a:p>
        </p:txBody>
      </p:sp>
      <p:sp>
        <p:nvSpPr>
          <p:cNvPr id="14" name="TextBox 13">
            <a:extLst>
              <a:ext uri="{FF2B5EF4-FFF2-40B4-BE49-F238E27FC236}">
                <a16:creationId xmlns:a16="http://schemas.microsoft.com/office/drawing/2014/main" id="{84491A7C-9DC2-CA12-143D-7816545DA534}"/>
              </a:ext>
            </a:extLst>
          </p:cNvPr>
          <p:cNvSpPr txBox="1"/>
          <p:nvPr/>
        </p:nvSpPr>
        <p:spPr>
          <a:xfrm>
            <a:off x="654211" y="3917509"/>
            <a:ext cx="3092612" cy="400110"/>
          </a:xfrm>
          <a:prstGeom prst="rect">
            <a:avLst/>
          </a:prstGeom>
          <a:noFill/>
        </p:spPr>
        <p:txBody>
          <a:bodyPr wrap="square">
            <a:spAutoFit/>
          </a:bodyPr>
          <a:lstStyle/>
          <a:p>
            <a:r>
              <a:rPr kumimoji="0" lang="en-US" sz="2000" b="0" i="0" u="none" strike="noStrike" kern="1200" cap="none" spc="0" normalizeH="0" baseline="0" noProof="0" dirty="0">
                <a:ln>
                  <a:noFill/>
                </a:ln>
                <a:solidFill>
                  <a:prstClr val="white"/>
                </a:solidFill>
                <a:effectLst/>
                <a:uLnTx/>
                <a:uFillTx/>
                <a:latin typeface="Bierstadt"/>
                <a:ea typeface="+mn-ea"/>
                <a:cs typeface="+mn-cs"/>
              </a:rPr>
              <a:t>Prof. </a:t>
            </a:r>
            <a:r>
              <a:rPr lang="en-US" sz="2000" dirty="0">
                <a:solidFill>
                  <a:prstClr val="white"/>
                </a:solidFill>
                <a:latin typeface="Bierstadt"/>
              </a:rPr>
              <a:t>Anant Agarwal</a:t>
            </a:r>
            <a:endParaRPr kumimoji="0" lang="en-US" sz="20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1" name="TextBox 20">
            <a:extLst>
              <a:ext uri="{FF2B5EF4-FFF2-40B4-BE49-F238E27FC236}">
                <a16:creationId xmlns:a16="http://schemas.microsoft.com/office/drawing/2014/main" id="{B1E09D13-D4EE-6C64-3FF2-0597F6F64498}"/>
              </a:ext>
            </a:extLst>
          </p:cNvPr>
          <p:cNvSpPr txBox="1"/>
          <p:nvPr/>
        </p:nvSpPr>
        <p:spPr>
          <a:xfrm>
            <a:off x="654211" y="4475795"/>
            <a:ext cx="3092612" cy="400110"/>
          </a:xfrm>
          <a:prstGeom prst="rect">
            <a:avLst/>
          </a:prstGeom>
          <a:noFill/>
        </p:spPr>
        <p:txBody>
          <a:bodyPr wrap="square">
            <a:spAutoFit/>
          </a:bodyPr>
          <a:lstStyle/>
          <a:p>
            <a:r>
              <a:rPr kumimoji="0" lang="en-US" sz="2000" b="0" i="0" u="none" strike="noStrike" kern="1200" cap="none" spc="0" normalizeH="0" baseline="0" noProof="0" dirty="0">
                <a:ln>
                  <a:noFill/>
                </a:ln>
                <a:solidFill>
                  <a:prstClr val="white"/>
                </a:solidFill>
                <a:effectLst/>
                <a:uLnTx/>
                <a:uFillTx/>
                <a:latin typeface="Bierstadt"/>
                <a:ea typeface="+mn-ea"/>
                <a:cs typeface="+mn-cs"/>
              </a:rPr>
              <a:t>T.A. Nikita </a:t>
            </a:r>
            <a:r>
              <a:rPr kumimoji="0" lang="en-US" sz="2000" b="0" i="0" u="none" strike="noStrike" kern="1200" cap="none" spc="0" normalizeH="0" baseline="0" noProof="0" dirty="0" err="1">
                <a:ln>
                  <a:noFill/>
                </a:ln>
                <a:solidFill>
                  <a:prstClr val="white"/>
                </a:solidFill>
                <a:effectLst/>
                <a:uLnTx/>
                <a:uFillTx/>
                <a:latin typeface="Bierstadt"/>
                <a:ea typeface="+mn-ea"/>
                <a:cs typeface="+mn-cs"/>
              </a:rPr>
              <a:t>Divay</a:t>
            </a:r>
            <a:endParaRPr kumimoji="0" lang="en-US" sz="20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4" name="TextBox 23">
            <a:extLst>
              <a:ext uri="{FF2B5EF4-FFF2-40B4-BE49-F238E27FC236}">
                <a16:creationId xmlns:a16="http://schemas.microsoft.com/office/drawing/2014/main" id="{E5D05904-7BBB-279E-F8BE-FE54BCB7783C}"/>
              </a:ext>
            </a:extLst>
          </p:cNvPr>
          <p:cNvSpPr txBox="1"/>
          <p:nvPr/>
        </p:nvSpPr>
        <p:spPr>
          <a:xfrm>
            <a:off x="6977745" y="3236113"/>
            <a:ext cx="4560046" cy="523220"/>
          </a:xfrm>
          <a:prstGeom prst="rect">
            <a:avLst/>
          </a:prstGeom>
          <a:noFill/>
        </p:spPr>
        <p:txBody>
          <a:bodyPr wrap="square">
            <a:spAutoFit/>
          </a:bodyPr>
          <a:lstStyle/>
          <a:p>
            <a:r>
              <a:rPr lang="en-US" sz="2800" dirty="0">
                <a:solidFill>
                  <a:prstClr val="white"/>
                </a:solidFill>
                <a:latin typeface="Bierstadt"/>
              </a:rPr>
              <a:t>Project members</a:t>
            </a:r>
            <a:endParaRPr lang="en-IN" sz="2800" dirty="0"/>
          </a:p>
        </p:txBody>
      </p:sp>
      <p:sp>
        <p:nvSpPr>
          <p:cNvPr id="25" name="TextBox 24">
            <a:extLst>
              <a:ext uri="{FF2B5EF4-FFF2-40B4-BE49-F238E27FC236}">
                <a16:creationId xmlns:a16="http://schemas.microsoft.com/office/drawing/2014/main" id="{2AE7BD4B-9CDC-D81C-F240-60A10BE6BCB8}"/>
              </a:ext>
            </a:extLst>
          </p:cNvPr>
          <p:cNvSpPr txBox="1"/>
          <p:nvPr/>
        </p:nvSpPr>
        <p:spPr>
          <a:xfrm>
            <a:off x="6992130" y="3917509"/>
            <a:ext cx="3092612" cy="400110"/>
          </a:xfrm>
          <a:prstGeom prst="rect">
            <a:avLst/>
          </a:prstGeom>
          <a:noFill/>
        </p:spPr>
        <p:txBody>
          <a:bodyPr wrap="square">
            <a:spAutoFit/>
          </a:bodyPr>
          <a:lstStyle/>
          <a:p>
            <a:r>
              <a:rPr kumimoji="0" lang="en-US" sz="2000" b="0" i="0" u="none" strike="noStrike" kern="1200" cap="none" spc="0" normalizeH="0" baseline="0" noProof="0" dirty="0">
                <a:ln>
                  <a:noFill/>
                </a:ln>
                <a:solidFill>
                  <a:prstClr val="white"/>
                </a:solidFill>
                <a:effectLst/>
                <a:uLnTx/>
                <a:uFillTx/>
                <a:latin typeface="Bierstadt"/>
                <a:ea typeface="+mn-ea"/>
                <a:cs typeface="+mn-cs"/>
              </a:rPr>
              <a:t>Mr. </a:t>
            </a:r>
            <a:r>
              <a:rPr lang="en-US" sz="2000" dirty="0">
                <a:solidFill>
                  <a:prstClr val="white"/>
                </a:solidFill>
                <a:latin typeface="Bierstadt"/>
              </a:rPr>
              <a:t>Abhijit </a:t>
            </a:r>
            <a:r>
              <a:rPr lang="en-US" sz="2000" dirty="0" err="1">
                <a:solidFill>
                  <a:prstClr val="white"/>
                </a:solidFill>
                <a:latin typeface="Bierstadt"/>
              </a:rPr>
              <a:t>Zende</a:t>
            </a:r>
            <a:endParaRPr kumimoji="0" lang="en-US" sz="20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6" name="TextBox 25">
            <a:extLst>
              <a:ext uri="{FF2B5EF4-FFF2-40B4-BE49-F238E27FC236}">
                <a16:creationId xmlns:a16="http://schemas.microsoft.com/office/drawing/2014/main" id="{8E839EBB-93E3-C127-24D7-F1A46E0672C3}"/>
              </a:ext>
            </a:extLst>
          </p:cNvPr>
          <p:cNvSpPr txBox="1"/>
          <p:nvPr/>
        </p:nvSpPr>
        <p:spPr>
          <a:xfrm>
            <a:off x="6992130" y="4475795"/>
            <a:ext cx="3092612" cy="400110"/>
          </a:xfrm>
          <a:prstGeom prst="rect">
            <a:avLst/>
          </a:prstGeom>
          <a:noFill/>
        </p:spPr>
        <p:txBody>
          <a:bodyPr wrap="square">
            <a:spAutoFit/>
          </a:bodyPr>
          <a:lstStyle/>
          <a:p>
            <a:r>
              <a:rPr kumimoji="0" lang="en-US" sz="2000" b="0" i="0" u="none" strike="noStrike" kern="1200" cap="none" spc="0" normalizeH="0" baseline="0" noProof="0" dirty="0">
                <a:ln>
                  <a:noFill/>
                </a:ln>
                <a:solidFill>
                  <a:prstClr val="white"/>
                </a:solidFill>
                <a:effectLst/>
                <a:uLnTx/>
                <a:uFillTx/>
                <a:latin typeface="Bierstadt"/>
                <a:ea typeface="+mn-ea"/>
                <a:cs typeface="+mn-cs"/>
              </a:rPr>
              <a:t>Mr. </a:t>
            </a:r>
            <a:r>
              <a:rPr lang="en-US" sz="2000" dirty="0">
                <a:solidFill>
                  <a:prstClr val="white"/>
                </a:solidFill>
                <a:latin typeface="Bierstadt"/>
              </a:rPr>
              <a:t>Rahil Kothari</a:t>
            </a:r>
            <a:endParaRPr kumimoji="0" lang="en-US" sz="20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8" name="TextBox 27">
            <a:extLst>
              <a:ext uri="{FF2B5EF4-FFF2-40B4-BE49-F238E27FC236}">
                <a16:creationId xmlns:a16="http://schemas.microsoft.com/office/drawing/2014/main" id="{F96B1C6A-9362-B280-7C46-7BBC0E89CDBF}"/>
              </a:ext>
            </a:extLst>
          </p:cNvPr>
          <p:cNvSpPr txBox="1"/>
          <p:nvPr/>
        </p:nvSpPr>
        <p:spPr>
          <a:xfrm>
            <a:off x="6992130" y="5034081"/>
            <a:ext cx="3092612" cy="400110"/>
          </a:xfrm>
          <a:prstGeom prst="rect">
            <a:avLst/>
          </a:prstGeom>
          <a:noFill/>
        </p:spPr>
        <p:txBody>
          <a:bodyPr wrap="square">
            <a:spAutoFit/>
          </a:bodyPr>
          <a:lstStyle/>
          <a:p>
            <a:r>
              <a:rPr kumimoji="0" lang="en-US" sz="2000" b="0" i="0" u="none" strike="noStrike" kern="1200" cap="none" spc="0" normalizeH="0" baseline="0" noProof="0" dirty="0">
                <a:ln>
                  <a:noFill/>
                </a:ln>
                <a:solidFill>
                  <a:prstClr val="white"/>
                </a:solidFill>
                <a:effectLst/>
                <a:uLnTx/>
                <a:uFillTx/>
                <a:latin typeface="Bierstadt"/>
                <a:ea typeface="+mn-ea"/>
                <a:cs typeface="+mn-cs"/>
              </a:rPr>
              <a:t>Mr. </a:t>
            </a:r>
            <a:r>
              <a:rPr kumimoji="0" lang="en-US" sz="2000" b="0" i="0" u="none" strike="noStrike" kern="1200" cap="none" spc="0" normalizeH="0" baseline="0" noProof="0" dirty="0" err="1">
                <a:ln>
                  <a:noFill/>
                </a:ln>
                <a:solidFill>
                  <a:prstClr val="white"/>
                </a:solidFill>
                <a:effectLst/>
                <a:uLnTx/>
                <a:uFillTx/>
                <a:latin typeface="Bierstadt"/>
                <a:ea typeface="+mn-ea"/>
                <a:cs typeface="+mn-cs"/>
              </a:rPr>
              <a:t>Saksha</a:t>
            </a:r>
            <a:r>
              <a:rPr lang="en-US" sz="2000" dirty="0">
                <a:solidFill>
                  <a:prstClr val="white"/>
                </a:solidFill>
                <a:latin typeface="Bierstadt"/>
              </a:rPr>
              <a:t>m Agrawal</a:t>
            </a:r>
            <a:endParaRPr kumimoji="0" lang="en-US" sz="20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extBox 1">
            <a:extLst>
              <a:ext uri="{FF2B5EF4-FFF2-40B4-BE49-F238E27FC236}">
                <a16:creationId xmlns:a16="http://schemas.microsoft.com/office/drawing/2014/main" id="{ED575DB5-28BF-6C3E-BE15-286756B73BE5}"/>
              </a:ext>
            </a:extLst>
          </p:cNvPr>
          <p:cNvSpPr txBox="1"/>
          <p:nvPr/>
        </p:nvSpPr>
        <p:spPr>
          <a:xfrm>
            <a:off x="6992130" y="5592367"/>
            <a:ext cx="3092612" cy="400110"/>
          </a:xfrm>
          <a:prstGeom prst="rect">
            <a:avLst/>
          </a:prstGeom>
          <a:noFill/>
        </p:spPr>
        <p:txBody>
          <a:bodyPr wrap="square">
            <a:spAutoFit/>
          </a:bodyPr>
          <a:lstStyle/>
          <a:p>
            <a:r>
              <a:rPr kumimoji="0" lang="en-US" sz="2000" b="0" i="0" u="none" strike="noStrike" kern="1200" cap="none" spc="0" normalizeH="0" baseline="0" noProof="0" dirty="0">
                <a:ln>
                  <a:noFill/>
                </a:ln>
                <a:solidFill>
                  <a:prstClr val="white"/>
                </a:solidFill>
                <a:effectLst/>
                <a:uLnTx/>
                <a:uFillTx/>
                <a:latin typeface="Bierstadt"/>
                <a:ea typeface="+mn-ea"/>
                <a:cs typeface="+mn-cs"/>
              </a:rPr>
              <a:t>Mr. </a:t>
            </a:r>
            <a:r>
              <a:rPr kumimoji="0" lang="en-US" sz="2000" b="0" i="0" u="none" strike="noStrike" kern="1200" cap="none" spc="0" normalizeH="0" baseline="0" noProof="0" dirty="0" err="1">
                <a:ln>
                  <a:noFill/>
                </a:ln>
                <a:solidFill>
                  <a:prstClr val="white"/>
                </a:solidFill>
                <a:effectLst/>
                <a:uLnTx/>
                <a:uFillTx/>
                <a:latin typeface="Bierstadt"/>
                <a:ea typeface="+mn-ea"/>
                <a:cs typeface="+mn-cs"/>
              </a:rPr>
              <a:t>Sharvin</a:t>
            </a:r>
            <a:r>
              <a:rPr kumimoji="0" lang="en-US" sz="2000" b="0" i="0" u="none" strike="noStrike" kern="1200" cap="none" spc="0" normalizeH="0" baseline="0" noProof="0" dirty="0">
                <a:ln>
                  <a:noFill/>
                </a:ln>
                <a:solidFill>
                  <a:prstClr val="white"/>
                </a:solidFill>
                <a:effectLst/>
                <a:uLnTx/>
                <a:uFillTx/>
                <a:latin typeface="Bierstadt"/>
                <a:ea typeface="+mn-ea"/>
                <a:cs typeface="+mn-cs"/>
              </a:rPr>
              <a:t> Shinde</a:t>
            </a:r>
          </a:p>
        </p:txBody>
      </p:sp>
    </p:spTree>
    <p:extLst>
      <p:ext uri="{BB962C8B-B14F-4D97-AF65-F5344CB8AC3E}">
        <p14:creationId xmlns:p14="http://schemas.microsoft.com/office/powerpoint/2010/main" val="1883836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a:extLst>
              <a:ext uri="{FF2B5EF4-FFF2-40B4-BE49-F238E27FC236}">
                <a16:creationId xmlns:a16="http://schemas.microsoft.com/office/drawing/2014/main" id="{01A4D341-9CED-415E-A417-C204833D5641}"/>
              </a:ext>
            </a:extLst>
          </p:cNvPr>
          <p:cNvSpPr>
            <a:spLocks noGrp="1"/>
          </p:cNvSpPr>
          <p:nvPr>
            <p:ph type="title"/>
          </p:nvPr>
        </p:nvSpPr>
        <p:spPr>
          <a:xfrm>
            <a:off x="3456805" y="638062"/>
            <a:ext cx="5278390" cy="469490"/>
          </a:xfrm>
        </p:spPr>
        <p:txBody>
          <a:bodyPr>
            <a:normAutofit fontScale="90000"/>
          </a:bodyPr>
          <a:lstStyle/>
          <a:p>
            <a:pPr algn="ctr"/>
            <a:r>
              <a:rPr lang="en-US" dirty="0">
                <a:ln w="19050">
                  <a:solidFill>
                    <a:prstClr val="white"/>
                  </a:solidFill>
                </a:ln>
                <a:solidFill>
                  <a:prstClr val="white"/>
                </a:solidFill>
                <a:latin typeface="Posterama Bold"/>
              </a:rPr>
              <a:t>Business objective</a:t>
            </a:r>
            <a:endParaRPr lang="en-US" dirty="0">
              <a:solidFill>
                <a:schemeClr val="bg1">
                  <a:lumMod val="95000"/>
                </a:schemeClr>
              </a:solidFill>
            </a:endParaRPr>
          </a:p>
        </p:txBody>
      </p:sp>
      <p:sp>
        <p:nvSpPr>
          <p:cNvPr id="27" name="TextBox 26">
            <a:extLst>
              <a:ext uri="{FF2B5EF4-FFF2-40B4-BE49-F238E27FC236}">
                <a16:creationId xmlns:a16="http://schemas.microsoft.com/office/drawing/2014/main" id="{34FDEEA3-40BD-501F-B108-7BFAF0C73713}"/>
              </a:ext>
            </a:extLst>
          </p:cNvPr>
          <p:cNvSpPr txBox="1"/>
          <p:nvPr/>
        </p:nvSpPr>
        <p:spPr>
          <a:xfrm>
            <a:off x="605712" y="1401846"/>
            <a:ext cx="10980576" cy="4524315"/>
          </a:xfrm>
          <a:prstGeom prst="rect">
            <a:avLst/>
          </a:prstGeom>
          <a:noFill/>
        </p:spPr>
        <p:txBody>
          <a:bodyPr wrap="square" rtlCol="0">
            <a:spAutoFit/>
          </a:bodyPr>
          <a:lstStyle/>
          <a:p>
            <a:pPr marL="285750" indent="-285750">
              <a:buFont typeface="Wingdings" panose="05000000000000000000" pitchFamily="2" charset="2"/>
              <a:buChar char="Ø"/>
            </a:pPr>
            <a:r>
              <a:rPr lang="en-GB" b="1" dirty="0">
                <a:solidFill>
                  <a:schemeClr val="bg1"/>
                </a:solidFill>
              </a:rPr>
              <a:t> Automate Repetitive, Time-Consuming Analysis:</a:t>
            </a:r>
          </a:p>
          <a:p>
            <a:r>
              <a:rPr lang="en-GB" dirty="0">
                <a:solidFill>
                  <a:schemeClr val="bg1"/>
                </a:solidFill>
              </a:rPr>
              <a:t>	Financial analysts spend hours pulling data, calculating ratios, and running technical indicators. The system automates the data collection and computation, freeing analysts to focus on strategic decisions rather than manual number crunching.</a:t>
            </a:r>
          </a:p>
          <a:p>
            <a:pPr marL="285750" indent="-285750">
              <a:buFont typeface="Wingdings" panose="05000000000000000000" pitchFamily="2" charset="2"/>
              <a:buChar char="Ø"/>
            </a:pPr>
            <a:r>
              <a:rPr lang="en-GB" b="1" dirty="0">
                <a:solidFill>
                  <a:schemeClr val="bg1"/>
                </a:solidFill>
              </a:rPr>
              <a:t> Provide Actionable, Structured Insights:</a:t>
            </a:r>
          </a:p>
          <a:p>
            <a:r>
              <a:rPr lang="en-GB" dirty="0">
                <a:solidFill>
                  <a:schemeClr val="bg1"/>
                </a:solidFill>
              </a:rPr>
              <a:t>	Instead of raw metrics, the agent provides summarized, human-readable insights. Helps decision-makers (investors, fund managers, traders) to quickly interpret financial health and market signals without digging through spreadsheets.</a:t>
            </a:r>
          </a:p>
          <a:p>
            <a:pPr marL="285750" indent="-285750">
              <a:buFont typeface="Wingdings" panose="05000000000000000000" pitchFamily="2" charset="2"/>
              <a:buChar char="Ø"/>
            </a:pPr>
            <a:r>
              <a:rPr lang="en-US" b="1" dirty="0">
                <a:solidFill>
                  <a:schemeClr val="bg1"/>
                </a:solidFill>
              </a:rPr>
              <a:t> Enhance Decision-Making with AI Reasoning</a:t>
            </a:r>
          </a:p>
          <a:p>
            <a:r>
              <a:rPr lang="en-US" b="1" dirty="0">
                <a:solidFill>
                  <a:schemeClr val="bg1"/>
                </a:solidFill>
              </a:rPr>
              <a:t>	</a:t>
            </a:r>
            <a:r>
              <a:rPr lang="en-US" dirty="0">
                <a:solidFill>
                  <a:schemeClr val="bg1"/>
                </a:solidFill>
              </a:rPr>
              <a:t>Combines technical analysis + fundamental analysis + AI narrative → a holistic view. Provides contextual interpretation (e.g., “Overvalued but strong momentum”), which is closer to how analysts actually think.</a:t>
            </a:r>
          </a:p>
          <a:p>
            <a:pPr marL="285750" indent="-285750">
              <a:buFont typeface="Wingdings" panose="05000000000000000000" pitchFamily="2" charset="2"/>
              <a:buChar char="Ø"/>
            </a:pPr>
            <a:r>
              <a:rPr lang="en-GB" b="1" dirty="0">
                <a:solidFill>
                  <a:schemeClr val="bg1"/>
                </a:solidFill>
              </a:rPr>
              <a:t>Cost &amp; Efficiency Advantage</a:t>
            </a:r>
          </a:p>
          <a:p>
            <a:pPr marL="1200150" lvl="2" indent="-285750">
              <a:buFont typeface="Arial" panose="020B0604020202020204" pitchFamily="34" charset="0"/>
              <a:buChar char="•"/>
            </a:pPr>
            <a:r>
              <a:rPr lang="en-GB" dirty="0">
                <a:solidFill>
                  <a:schemeClr val="bg1"/>
                </a:solidFill>
              </a:rPr>
              <a:t>Cuts down on the time and cost of manual analysis.</a:t>
            </a:r>
          </a:p>
          <a:p>
            <a:pPr marL="1200150" lvl="2" indent="-285750">
              <a:buFont typeface="Arial" panose="020B0604020202020204" pitchFamily="34" charset="0"/>
              <a:buChar char="•"/>
            </a:pPr>
            <a:r>
              <a:rPr lang="en-GB" dirty="0">
                <a:solidFill>
                  <a:schemeClr val="bg1"/>
                </a:solidFill>
              </a:rPr>
              <a:t>Reduces dependency on expensive proprietary analytics tools.</a:t>
            </a:r>
          </a:p>
          <a:p>
            <a:pPr marL="1200150" lvl="2" indent="-285750">
              <a:buFont typeface="Arial" panose="020B0604020202020204" pitchFamily="34" charset="0"/>
              <a:buChar char="•"/>
            </a:pPr>
            <a:r>
              <a:rPr lang="en-GB" dirty="0">
                <a:solidFill>
                  <a:schemeClr val="bg1"/>
                </a:solidFill>
              </a:rPr>
              <a:t>AI agent can be always-on, unlike human analysts.</a:t>
            </a:r>
            <a:endParaRPr lang="en-US" dirty="0">
              <a:solidFill>
                <a:schemeClr val="bg1"/>
              </a:solidFill>
            </a:endParaRPr>
          </a:p>
        </p:txBody>
      </p:sp>
      <p:pic>
        <p:nvPicPr>
          <p:cNvPr id="30" name="Picture 29" descr="A red and white logo on a black background">
            <a:extLst>
              <a:ext uri="{FF2B5EF4-FFF2-40B4-BE49-F238E27FC236}">
                <a16:creationId xmlns:a16="http://schemas.microsoft.com/office/drawing/2014/main" id="{41CCBBC5-AE13-B5C9-DF21-5E067D2919D4}"/>
              </a:ext>
            </a:extLst>
          </p:cNvPr>
          <p:cNvPicPr>
            <a:picLocks noChangeAspect="1"/>
          </p:cNvPicPr>
          <p:nvPr/>
        </p:nvPicPr>
        <p:blipFill>
          <a:blip r:embed="rId2"/>
          <a:stretch>
            <a:fillRect/>
          </a:stretch>
        </p:blipFill>
        <p:spPr>
          <a:xfrm>
            <a:off x="-502686" y="-1063176"/>
            <a:ext cx="3848100" cy="3009900"/>
          </a:xfrm>
          <a:prstGeom prst="rect">
            <a:avLst/>
          </a:prstGeom>
        </p:spPr>
      </p:pic>
    </p:spTree>
    <p:extLst>
      <p:ext uri="{BB962C8B-B14F-4D97-AF65-F5344CB8AC3E}">
        <p14:creationId xmlns:p14="http://schemas.microsoft.com/office/powerpoint/2010/main" val="6117753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itle 110">
            <a:extLst>
              <a:ext uri="{FF2B5EF4-FFF2-40B4-BE49-F238E27FC236}">
                <a16:creationId xmlns:a16="http://schemas.microsoft.com/office/drawing/2014/main" id="{CC9F3600-2711-4A49-8018-C4671B56159C}"/>
              </a:ext>
            </a:extLst>
          </p:cNvPr>
          <p:cNvSpPr>
            <a:spLocks noGrp="1"/>
          </p:cNvSpPr>
          <p:nvPr>
            <p:ph type="title"/>
          </p:nvPr>
        </p:nvSpPr>
        <p:spPr>
          <a:xfrm>
            <a:off x="2452697" y="940958"/>
            <a:ext cx="7286605" cy="634323"/>
          </a:xfrm>
        </p:spPr>
        <p:txBody>
          <a:bodyPr>
            <a:normAutofit fontScale="90000"/>
          </a:bodyPr>
          <a:lstStyle/>
          <a:p>
            <a:r>
              <a:rPr lang="en-US" noProof="0" dirty="0">
                <a:solidFill>
                  <a:schemeClr val="bg1"/>
                </a:solidFill>
              </a:rPr>
              <a:t>Key Technical considerations</a:t>
            </a:r>
            <a:endParaRPr lang="en-US" dirty="0"/>
          </a:p>
        </p:txBody>
      </p:sp>
      <p:pic>
        <p:nvPicPr>
          <p:cNvPr id="5" name="Picture 4" descr="A red and white logo on a black background&#10;&#10;AI-generated content may be incorrect.">
            <a:extLst>
              <a:ext uri="{FF2B5EF4-FFF2-40B4-BE49-F238E27FC236}">
                <a16:creationId xmlns:a16="http://schemas.microsoft.com/office/drawing/2014/main" id="{17C4B4FB-0577-B7B5-1D68-1ADF5358A9E2}"/>
              </a:ext>
            </a:extLst>
          </p:cNvPr>
          <p:cNvPicPr>
            <a:picLocks noChangeAspect="1"/>
          </p:cNvPicPr>
          <p:nvPr/>
        </p:nvPicPr>
        <p:blipFill>
          <a:blip r:embed="rId2"/>
          <a:stretch>
            <a:fillRect/>
          </a:stretch>
        </p:blipFill>
        <p:spPr>
          <a:xfrm>
            <a:off x="-502686" y="-1063176"/>
            <a:ext cx="3848100" cy="3009900"/>
          </a:xfrm>
          <a:prstGeom prst="rect">
            <a:avLst/>
          </a:prstGeom>
        </p:spPr>
      </p:pic>
      <p:sp>
        <p:nvSpPr>
          <p:cNvPr id="39" name="TextBox 38">
            <a:extLst>
              <a:ext uri="{FF2B5EF4-FFF2-40B4-BE49-F238E27FC236}">
                <a16:creationId xmlns:a16="http://schemas.microsoft.com/office/drawing/2014/main" id="{33E3215D-D475-8DB2-37FD-51E7DF902BE1}"/>
              </a:ext>
            </a:extLst>
          </p:cNvPr>
          <p:cNvSpPr txBox="1"/>
          <p:nvPr/>
        </p:nvSpPr>
        <p:spPr>
          <a:xfrm>
            <a:off x="629621" y="1761667"/>
            <a:ext cx="10932756" cy="3970318"/>
          </a:xfrm>
          <a:prstGeom prst="rect">
            <a:avLst/>
          </a:prstGeom>
          <a:noFill/>
        </p:spPr>
        <p:txBody>
          <a:bodyPr wrap="square">
            <a:spAutoFit/>
          </a:bodyPr>
          <a:lstStyle/>
          <a:p>
            <a:pPr marL="285750" lvl="0" indent="-285750" algn="just" eaLnBrk="0" fontAlgn="base" hangingPunct="0">
              <a:spcBef>
                <a:spcPct val="0"/>
              </a:spcBef>
              <a:spcAft>
                <a:spcPct val="0"/>
              </a:spcAft>
              <a:buFont typeface="Wingdings" panose="05000000000000000000" pitchFamily="2" charset="2"/>
              <a:buChar char="Ø"/>
            </a:pPr>
            <a:r>
              <a:rPr lang="en-US" altLang="en-US" b="1" dirty="0">
                <a:solidFill>
                  <a:schemeClr val="bg1"/>
                </a:solidFill>
              </a:rPr>
              <a:t>Encapsulating Workflows with LangGraph:</a:t>
            </a:r>
          </a:p>
          <a:p>
            <a:pPr lvl="0" algn="just" eaLnBrk="0" fontAlgn="base" hangingPunct="0">
              <a:spcBef>
                <a:spcPct val="0"/>
              </a:spcBef>
              <a:spcAft>
                <a:spcPct val="0"/>
              </a:spcAft>
            </a:pPr>
            <a:r>
              <a:rPr lang="en-GB" altLang="en-US" dirty="0">
                <a:solidFill>
                  <a:schemeClr val="bg1"/>
                </a:solidFill>
              </a:rPr>
              <a:t>Defined a graph-based agentic flow involving tool-calling nodes (</a:t>
            </a:r>
            <a:r>
              <a:rPr lang="en-GB" altLang="en-US" dirty="0" err="1">
                <a:solidFill>
                  <a:schemeClr val="bg1"/>
                </a:solidFill>
              </a:rPr>
              <a:t>get_stock_prices</a:t>
            </a:r>
            <a:r>
              <a:rPr lang="en-GB" altLang="en-US" dirty="0">
                <a:solidFill>
                  <a:schemeClr val="bg1"/>
                </a:solidFill>
              </a:rPr>
              <a:t>, </a:t>
            </a:r>
            <a:r>
              <a:rPr lang="en-GB" altLang="en-US" dirty="0" err="1">
                <a:solidFill>
                  <a:schemeClr val="bg1"/>
                </a:solidFill>
              </a:rPr>
              <a:t>get_financial_metrics</a:t>
            </a:r>
            <a:r>
              <a:rPr lang="en-GB" altLang="en-US" dirty="0">
                <a:solidFill>
                  <a:schemeClr val="bg1"/>
                </a:solidFill>
              </a:rPr>
              <a:t>) and an LLM-powered analysis node (</a:t>
            </a:r>
            <a:r>
              <a:rPr lang="en-GB" altLang="en-US" dirty="0" err="1">
                <a:solidFill>
                  <a:schemeClr val="bg1"/>
                </a:solidFill>
              </a:rPr>
              <a:t>fundamental_analyst</a:t>
            </a:r>
            <a:r>
              <a:rPr lang="en-GB" altLang="en-US" dirty="0">
                <a:solidFill>
                  <a:schemeClr val="bg1"/>
                </a:solidFill>
              </a:rPr>
              <a:t>).</a:t>
            </a:r>
            <a:endParaRPr kumimoji="0" lang="en-US" altLang="en-US" b="0" i="0" u="none" strike="noStrike" cap="none" normalizeH="0" baseline="0" dirty="0">
              <a:ln>
                <a:noFill/>
              </a:ln>
              <a:solidFill>
                <a:schemeClr val="bg1"/>
              </a:solidFill>
              <a:effectLst/>
            </a:endParaRPr>
          </a:p>
          <a:p>
            <a:pPr marL="285750" lvl="0" indent="-285750" algn="just" eaLnBrk="0" fontAlgn="base" hangingPunct="0">
              <a:spcBef>
                <a:spcPct val="0"/>
              </a:spcBef>
              <a:spcAft>
                <a:spcPct val="0"/>
              </a:spcAft>
              <a:buFont typeface="Arial" panose="020B0604020202020204" pitchFamily="34" charset="0"/>
              <a:buChar char="•"/>
            </a:pPr>
            <a:r>
              <a:rPr lang="en-GB" altLang="en-US" dirty="0">
                <a:solidFill>
                  <a:schemeClr val="bg1"/>
                </a:solidFill>
              </a:rPr>
              <a:t>Offers clear orchestration of multi-step processes-each step is a node, making the logic modular and </a:t>
            </a:r>
            <a:r>
              <a:rPr lang="en-GB" altLang="en-US" dirty="0" err="1">
                <a:solidFill>
                  <a:schemeClr val="bg1"/>
                </a:solidFill>
              </a:rPr>
              <a:t>debuggable</a:t>
            </a:r>
            <a:r>
              <a:rPr lang="en-GB" altLang="en-US" dirty="0">
                <a:solidFill>
                  <a:schemeClr val="bg1"/>
                </a:solidFill>
              </a:rPr>
              <a:t>.</a:t>
            </a:r>
          </a:p>
          <a:p>
            <a:pPr marL="285750" lvl="0" indent="-285750" algn="just" eaLnBrk="0" fontAlgn="base" hangingPunct="0">
              <a:spcBef>
                <a:spcPct val="0"/>
              </a:spcBef>
              <a:spcAft>
                <a:spcPct val="0"/>
              </a:spcAft>
              <a:buFont typeface="Arial" panose="020B0604020202020204" pitchFamily="34" charset="0"/>
              <a:buChar char="•"/>
            </a:pPr>
            <a:r>
              <a:rPr lang="en-GB" altLang="en-US" dirty="0">
                <a:solidFill>
                  <a:schemeClr val="bg1"/>
                </a:solidFill>
              </a:rPr>
              <a:t>Supports better state management, retries, and scalability compared to monolithic scripts.</a:t>
            </a:r>
          </a:p>
          <a:p>
            <a:pPr marL="285750" lvl="0" indent="-285750" algn="just" eaLnBrk="0" fontAlgn="base" hangingPunct="0">
              <a:spcBef>
                <a:spcPct val="0"/>
              </a:spcBef>
              <a:spcAft>
                <a:spcPct val="0"/>
              </a:spcAft>
              <a:buFont typeface="Arial" panose="020B0604020202020204" pitchFamily="34" charset="0"/>
              <a:buChar char="•"/>
            </a:pPr>
            <a:r>
              <a:rPr lang="en-GB" altLang="en-US" dirty="0">
                <a:solidFill>
                  <a:schemeClr val="bg1"/>
                </a:solidFill>
              </a:rPr>
              <a:t>Modularity enables easy extension (e.g., adding sentiment or portfolio sub-agents later).</a:t>
            </a:r>
            <a:endParaRPr kumimoji="0" lang="en-GB" altLang="en-US" b="0" i="0" u="none" strike="noStrike" cap="none" normalizeH="0" baseline="0" dirty="0">
              <a:ln>
                <a:noFill/>
              </a:ln>
              <a:solidFill>
                <a:schemeClr val="bg1"/>
              </a:solidFill>
              <a:effectLst/>
            </a:endParaRPr>
          </a:p>
          <a:p>
            <a:pPr lvl="0" algn="just" eaLnBrk="0" fontAlgn="base" hangingPunct="0">
              <a:spcBef>
                <a:spcPct val="0"/>
              </a:spcBef>
              <a:spcAft>
                <a:spcPct val="0"/>
              </a:spcAft>
            </a:pPr>
            <a:endParaRPr kumimoji="0" lang="en-US" altLang="en-US" b="0" i="0" u="none" strike="noStrike" cap="none" normalizeH="0" baseline="0" dirty="0">
              <a:ln>
                <a:noFill/>
              </a:ln>
              <a:solidFill>
                <a:schemeClr val="bg1"/>
              </a:solidFill>
              <a:effectLst/>
            </a:endParaRPr>
          </a:p>
          <a:p>
            <a:pPr marL="285750" lvl="0" indent="-285750" algn="just" eaLnBrk="0" fontAlgn="base" hangingPunct="0">
              <a:spcBef>
                <a:spcPct val="0"/>
              </a:spcBef>
              <a:spcAft>
                <a:spcPct val="0"/>
              </a:spcAft>
              <a:buFont typeface="Wingdings" panose="05000000000000000000" pitchFamily="2" charset="2"/>
              <a:buChar char="Ø"/>
            </a:pPr>
            <a:r>
              <a:rPr lang="en-US" altLang="en-US" b="1" dirty="0">
                <a:solidFill>
                  <a:schemeClr val="bg1"/>
                </a:solidFill>
              </a:rPr>
              <a:t>Tool-Wrapping Financial Logic:</a:t>
            </a:r>
          </a:p>
          <a:p>
            <a:pPr lvl="0" eaLnBrk="0" fontAlgn="base" hangingPunct="0">
              <a:spcBef>
                <a:spcPct val="0"/>
              </a:spcBef>
              <a:spcAft>
                <a:spcPct val="0"/>
              </a:spcAft>
            </a:pPr>
            <a:r>
              <a:rPr lang="en-GB" altLang="en-US" dirty="0">
                <a:solidFill>
                  <a:schemeClr val="bg1"/>
                </a:solidFill>
              </a:rPr>
              <a:t>Wrapped (</a:t>
            </a:r>
            <a:r>
              <a:rPr lang="en-GB" altLang="en-US" dirty="0" err="1">
                <a:solidFill>
                  <a:schemeClr val="bg1"/>
                </a:solidFill>
              </a:rPr>
              <a:t>yfinance</a:t>
            </a:r>
            <a:r>
              <a:rPr lang="en-GB" altLang="en-US" dirty="0">
                <a:solidFill>
                  <a:schemeClr val="bg1"/>
                </a:solidFill>
              </a:rPr>
              <a:t>) data fetching and indicator calculation into separate tool functions using @tool decorator.</a:t>
            </a:r>
            <a:endParaRPr kumimoji="0" lang="en-US" altLang="en-US" b="0" i="0" u="none" strike="noStrike" cap="none" normalizeH="0" baseline="0" dirty="0">
              <a:ln>
                <a:noFill/>
              </a:ln>
              <a:solidFill>
                <a:schemeClr val="bg1"/>
              </a:solidFill>
              <a:effectLst/>
            </a:endParaRPr>
          </a:p>
          <a:p>
            <a:pPr marL="285750" lvl="0" indent="-285750" algn="just" eaLnBrk="0" fontAlgn="base" hangingPunct="0">
              <a:spcBef>
                <a:spcPct val="0"/>
              </a:spcBef>
              <a:spcAft>
                <a:spcPct val="0"/>
              </a:spcAft>
              <a:buFont typeface="Arial" panose="020B0604020202020204" pitchFamily="34" charset="0"/>
              <a:buChar char="•"/>
            </a:pPr>
            <a:r>
              <a:rPr lang="en-GB" altLang="en-US" dirty="0">
                <a:solidFill>
                  <a:schemeClr val="bg1"/>
                </a:solidFill>
              </a:rPr>
              <a:t>Clear separation of concerns- data retrieval and metrics computation are isolated from LLM logic.</a:t>
            </a:r>
          </a:p>
          <a:p>
            <a:pPr marL="285750" lvl="0" indent="-285750" algn="just" eaLnBrk="0" fontAlgn="base" hangingPunct="0">
              <a:spcBef>
                <a:spcPct val="0"/>
              </a:spcBef>
              <a:spcAft>
                <a:spcPct val="0"/>
              </a:spcAft>
              <a:buFont typeface="Arial" panose="020B0604020202020204" pitchFamily="34" charset="0"/>
              <a:buChar char="•"/>
            </a:pPr>
            <a:r>
              <a:rPr lang="en-GB" altLang="en-US" dirty="0">
                <a:solidFill>
                  <a:schemeClr val="bg1"/>
                </a:solidFill>
              </a:rPr>
              <a:t>Promotes maintainability and testability.</a:t>
            </a:r>
          </a:p>
          <a:p>
            <a:pPr marL="285750" lvl="0" indent="-285750" algn="just" eaLnBrk="0" fontAlgn="base" hangingPunct="0">
              <a:spcBef>
                <a:spcPct val="0"/>
              </a:spcBef>
              <a:spcAft>
                <a:spcPct val="0"/>
              </a:spcAft>
              <a:buFont typeface="Arial" panose="020B0604020202020204" pitchFamily="34" charset="0"/>
              <a:buChar char="•"/>
            </a:pPr>
            <a:r>
              <a:rPr lang="en-GB" altLang="en-US" dirty="0">
                <a:solidFill>
                  <a:schemeClr val="bg1"/>
                </a:solidFill>
              </a:rPr>
              <a:t>Enables reusable components-same tool can be invoked multiple times or replaced easily.</a:t>
            </a:r>
            <a:endParaRPr kumimoji="0" lang="en-US" altLang="en-US" b="0" i="0" u="none" strike="noStrike" cap="none" normalizeH="0" baseline="0" dirty="0">
              <a:ln>
                <a:noFill/>
              </a:ln>
              <a:solidFill>
                <a:schemeClr val="bg1"/>
              </a:solidFill>
              <a:effectLst/>
            </a:endParaRPr>
          </a:p>
        </p:txBody>
      </p:sp>
    </p:spTree>
    <p:extLst>
      <p:ext uri="{BB962C8B-B14F-4D97-AF65-F5344CB8AC3E}">
        <p14:creationId xmlns:p14="http://schemas.microsoft.com/office/powerpoint/2010/main" val="23788281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red and white logo on a black background&#10;&#10;AI-generated content may be incorrect.">
            <a:extLst>
              <a:ext uri="{FF2B5EF4-FFF2-40B4-BE49-F238E27FC236}">
                <a16:creationId xmlns:a16="http://schemas.microsoft.com/office/drawing/2014/main" id="{FBEAF09A-EE5A-39B6-1EBD-D0B5F843337F}"/>
              </a:ext>
            </a:extLst>
          </p:cNvPr>
          <p:cNvPicPr>
            <a:picLocks noChangeAspect="1"/>
          </p:cNvPicPr>
          <p:nvPr/>
        </p:nvPicPr>
        <p:blipFill>
          <a:blip r:embed="rId2"/>
          <a:stretch>
            <a:fillRect/>
          </a:stretch>
        </p:blipFill>
        <p:spPr>
          <a:xfrm>
            <a:off x="-502686" y="-1063176"/>
            <a:ext cx="3848100" cy="3009900"/>
          </a:xfrm>
          <a:prstGeom prst="rect">
            <a:avLst/>
          </a:prstGeom>
        </p:spPr>
      </p:pic>
      <p:sp>
        <p:nvSpPr>
          <p:cNvPr id="24" name="Rectangle 1">
            <a:extLst>
              <a:ext uri="{FF2B5EF4-FFF2-40B4-BE49-F238E27FC236}">
                <a16:creationId xmlns:a16="http://schemas.microsoft.com/office/drawing/2014/main" id="{7A4D8345-BD96-0241-8403-AEDB959ED068}"/>
              </a:ext>
            </a:extLst>
          </p:cNvPr>
          <p:cNvSpPr>
            <a:spLocks noChangeArrowheads="1"/>
          </p:cNvSpPr>
          <p:nvPr/>
        </p:nvSpPr>
        <p:spPr bwMode="auto">
          <a:xfrm>
            <a:off x="1026176" y="835234"/>
            <a:ext cx="10139647"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Wingdings" panose="05000000000000000000" pitchFamily="2" charset="2"/>
              <a:buChar char="Ø"/>
            </a:pPr>
            <a:r>
              <a:rPr lang="en-GB" altLang="en-US" b="1" dirty="0">
                <a:solidFill>
                  <a:schemeClr val="bg1"/>
                </a:solidFill>
              </a:rPr>
              <a:t>Prompt Design with Explicit Role and Constraints:</a:t>
            </a:r>
          </a:p>
          <a:p>
            <a:pPr lvl="0" eaLnBrk="0" fontAlgn="base" hangingPunct="0">
              <a:spcBef>
                <a:spcPct val="0"/>
              </a:spcBef>
              <a:spcAft>
                <a:spcPct val="0"/>
              </a:spcAft>
            </a:pPr>
            <a:r>
              <a:rPr lang="en-GB" altLang="en-US" dirty="0">
                <a:solidFill>
                  <a:schemeClr val="bg1"/>
                </a:solidFill>
              </a:rPr>
              <a:t>Crafted a detailed system prompt specifying the AI’s role, tools available, tasks, constraints (e.g., avoid speculation), and output format.</a:t>
            </a:r>
            <a:endParaRPr kumimoji="0" lang="en-US" altLang="en-US" b="0" i="0" u="none" strike="noStrike" cap="none" normalizeH="0" baseline="0" dirty="0">
              <a:ln>
                <a:noFill/>
              </a:ln>
              <a:solidFill>
                <a:schemeClr val="bg1"/>
              </a:solidFill>
              <a:effectLst/>
            </a:endParaRP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bg1"/>
                </a:solidFill>
              </a:rPr>
              <a:t>Ensures consistency and reliability in outputs.</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bg1"/>
                </a:solidFill>
              </a:rPr>
              <a:t>Structural constraints prevent hallucination and focus the model on data-driven analysis.</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bg1"/>
                </a:solidFill>
              </a:rPr>
              <a:t>Defined output schema makes automation downstream easier (e.g., parsing JSON).</a:t>
            </a:r>
          </a:p>
          <a:p>
            <a:pPr lvl="0" eaLnBrk="0" fontAlgn="base" hangingPunct="0">
              <a:spcBef>
                <a:spcPct val="0"/>
              </a:spcBef>
              <a:spcAft>
                <a:spcPct val="0"/>
              </a:spcAft>
            </a:pPr>
            <a:endParaRPr kumimoji="0" lang="en-US" altLang="en-US" b="0" i="0" u="none" strike="noStrike" cap="none" normalizeH="0" baseline="0" dirty="0">
              <a:ln>
                <a:noFill/>
              </a:ln>
              <a:solidFill>
                <a:schemeClr val="bg1"/>
              </a:solidFill>
              <a:effectLst/>
            </a:endParaRPr>
          </a:p>
          <a:p>
            <a:pPr marL="285750" lvl="0" indent="-285750" eaLnBrk="0" fontAlgn="base" hangingPunct="0">
              <a:spcBef>
                <a:spcPct val="0"/>
              </a:spcBef>
              <a:spcAft>
                <a:spcPct val="0"/>
              </a:spcAft>
              <a:buFont typeface="Wingdings" panose="05000000000000000000" pitchFamily="2" charset="2"/>
              <a:buChar char="Ø"/>
            </a:pPr>
            <a:r>
              <a:rPr lang="en-US" altLang="en-US" b="1" dirty="0">
                <a:solidFill>
                  <a:schemeClr val="bg1"/>
                </a:solidFill>
              </a:rPr>
              <a:t>Structured State Definition:</a:t>
            </a:r>
          </a:p>
          <a:p>
            <a:pPr lvl="0" eaLnBrk="0" fontAlgn="base" hangingPunct="0">
              <a:spcBef>
                <a:spcPct val="0"/>
              </a:spcBef>
              <a:spcAft>
                <a:spcPct val="0"/>
              </a:spcAft>
            </a:pPr>
            <a:r>
              <a:rPr lang="en-GB" altLang="en-US" dirty="0">
                <a:solidFill>
                  <a:schemeClr val="bg1"/>
                </a:solidFill>
              </a:rPr>
              <a:t> Used a </a:t>
            </a:r>
            <a:r>
              <a:rPr lang="en-GB" altLang="en-US" dirty="0" err="1">
                <a:solidFill>
                  <a:schemeClr val="bg1"/>
                </a:solidFill>
              </a:rPr>
              <a:t>TypedDict</a:t>
            </a:r>
            <a:r>
              <a:rPr lang="en-GB" altLang="en-US" dirty="0">
                <a:solidFill>
                  <a:schemeClr val="bg1"/>
                </a:solidFill>
              </a:rPr>
              <a:t> state containing fields like messages and stock symbol, integrated with LangGraph's </a:t>
            </a:r>
            <a:r>
              <a:rPr lang="en-GB" altLang="en-US" dirty="0" err="1">
                <a:solidFill>
                  <a:schemeClr val="bg1"/>
                </a:solidFill>
              </a:rPr>
              <a:t>StateGraph</a:t>
            </a:r>
            <a:r>
              <a:rPr lang="en-GB" altLang="en-US" dirty="0">
                <a:solidFill>
                  <a:schemeClr val="bg1"/>
                </a:solidFill>
              </a:rPr>
              <a:t> builder.</a:t>
            </a:r>
          </a:p>
          <a:p>
            <a:pPr marL="285750" lvl="0" indent="-285750" eaLnBrk="0" fontAlgn="base" hangingPunct="0">
              <a:spcBef>
                <a:spcPct val="0"/>
              </a:spcBef>
              <a:spcAft>
                <a:spcPct val="0"/>
              </a:spcAft>
              <a:buFont typeface="Arial" panose="020B0604020202020204" pitchFamily="34" charset="0"/>
              <a:buChar char="•"/>
            </a:pPr>
            <a:r>
              <a:rPr lang="en-GB" altLang="en-US" dirty="0">
                <a:solidFill>
                  <a:schemeClr val="bg1"/>
                </a:solidFill>
              </a:rPr>
              <a:t>Makes data flow explicit and predictable.</a:t>
            </a:r>
          </a:p>
          <a:p>
            <a:pPr marL="285750" lvl="0" indent="-285750" eaLnBrk="0" fontAlgn="base" hangingPunct="0">
              <a:spcBef>
                <a:spcPct val="0"/>
              </a:spcBef>
              <a:spcAft>
                <a:spcPct val="0"/>
              </a:spcAft>
              <a:buFont typeface="Arial" panose="020B0604020202020204" pitchFamily="34" charset="0"/>
              <a:buChar char="•"/>
            </a:pPr>
            <a:r>
              <a:rPr lang="en-GB" altLang="en-US" dirty="0">
                <a:solidFill>
                  <a:schemeClr val="bg1"/>
                </a:solidFill>
              </a:rPr>
              <a:t>Facilitates graph-building and seamless message passing.</a:t>
            </a:r>
          </a:p>
          <a:p>
            <a:pPr marL="285750" lvl="0" indent="-285750" eaLnBrk="0" fontAlgn="base" hangingPunct="0">
              <a:spcBef>
                <a:spcPct val="0"/>
              </a:spcBef>
              <a:spcAft>
                <a:spcPct val="0"/>
              </a:spcAft>
              <a:buFont typeface="Arial" panose="020B0604020202020204" pitchFamily="34" charset="0"/>
              <a:buChar char="•"/>
            </a:pPr>
            <a:r>
              <a:rPr lang="en-GB" altLang="en-US" dirty="0">
                <a:solidFill>
                  <a:schemeClr val="bg1"/>
                </a:solidFill>
              </a:rPr>
              <a:t>Enables future enhancements using state inheritance or branching logic.</a:t>
            </a:r>
          </a:p>
          <a:p>
            <a:pPr marL="285750" lvl="0" indent="-285750" eaLnBrk="0" fontAlgn="base" hangingPunct="0">
              <a:spcBef>
                <a:spcPct val="0"/>
              </a:spcBef>
              <a:spcAft>
                <a:spcPct val="0"/>
              </a:spcAft>
              <a:buFont typeface="Arial" panose="020B0604020202020204" pitchFamily="34" charset="0"/>
              <a:buChar char="•"/>
            </a:pPr>
            <a:endParaRPr kumimoji="0" lang="en-GB" altLang="en-US" b="0" i="0" u="none" strike="noStrike" cap="none" normalizeH="0" baseline="0" dirty="0">
              <a:ln>
                <a:noFill/>
              </a:ln>
              <a:solidFill>
                <a:schemeClr val="bg1"/>
              </a:solidFill>
              <a:effectLst/>
            </a:endParaRPr>
          </a:p>
          <a:p>
            <a:pPr marL="285750" lvl="0" indent="-285750" eaLnBrk="0" fontAlgn="base" hangingPunct="0">
              <a:spcBef>
                <a:spcPct val="0"/>
              </a:spcBef>
              <a:spcAft>
                <a:spcPct val="0"/>
              </a:spcAft>
              <a:buFont typeface="Wingdings" panose="05000000000000000000" pitchFamily="2" charset="2"/>
              <a:buChar char="Ø"/>
            </a:pPr>
            <a:r>
              <a:rPr lang="en-US" altLang="en-US" b="1" dirty="0">
                <a:solidFill>
                  <a:schemeClr val="bg1"/>
                </a:solidFill>
              </a:rPr>
              <a:t>Layered Tool + LLM Integration:</a:t>
            </a:r>
          </a:p>
          <a:p>
            <a:pPr lvl="0" eaLnBrk="0" fontAlgn="base" hangingPunct="0">
              <a:spcBef>
                <a:spcPct val="0"/>
              </a:spcBef>
              <a:spcAft>
                <a:spcPct val="0"/>
              </a:spcAft>
            </a:pPr>
            <a:r>
              <a:rPr lang="en-GB" altLang="en-US" dirty="0">
                <a:solidFill>
                  <a:schemeClr val="bg1"/>
                </a:solidFill>
              </a:rPr>
              <a:t>Bounded the tool wrappers to the GPT model (</a:t>
            </a:r>
            <a:r>
              <a:rPr lang="en-GB" altLang="en-US" dirty="0" err="1">
                <a:solidFill>
                  <a:schemeClr val="bg1"/>
                </a:solidFill>
              </a:rPr>
              <a:t>llm_with_tool</a:t>
            </a:r>
            <a:r>
              <a:rPr lang="en-GB" altLang="en-US" dirty="0">
                <a:solidFill>
                  <a:schemeClr val="bg1"/>
                </a:solidFill>
              </a:rPr>
              <a:t> = </a:t>
            </a:r>
            <a:r>
              <a:rPr lang="en-GB" altLang="en-US" dirty="0" err="1">
                <a:solidFill>
                  <a:schemeClr val="bg1"/>
                </a:solidFill>
              </a:rPr>
              <a:t>llm.bind_tools</a:t>
            </a:r>
            <a:r>
              <a:rPr lang="en-GB" altLang="en-US" dirty="0">
                <a:solidFill>
                  <a:schemeClr val="bg1"/>
                </a:solidFill>
              </a:rPr>
              <a:t>(tools)), enabling the LLM to call tools within its reasoning process.</a:t>
            </a:r>
          </a:p>
          <a:p>
            <a:pPr marL="285750" lvl="0" indent="-285750" eaLnBrk="0" fontAlgn="base" hangingPunct="0">
              <a:spcBef>
                <a:spcPct val="0"/>
              </a:spcBef>
              <a:spcAft>
                <a:spcPct val="0"/>
              </a:spcAft>
              <a:buFont typeface="Arial" panose="020B0604020202020204" pitchFamily="34" charset="0"/>
              <a:buChar char="•"/>
            </a:pPr>
            <a:r>
              <a:rPr lang="en-GB" altLang="en-US" dirty="0">
                <a:solidFill>
                  <a:schemeClr val="bg1"/>
                </a:solidFill>
              </a:rPr>
              <a:t>Allows dynamic reasoning—the LLM can fetch data mid-prompt rather than operating statically.</a:t>
            </a:r>
          </a:p>
          <a:p>
            <a:pPr marL="285750" lvl="0" indent="-285750" eaLnBrk="0" fontAlgn="base" hangingPunct="0">
              <a:spcBef>
                <a:spcPct val="0"/>
              </a:spcBef>
              <a:spcAft>
                <a:spcPct val="0"/>
              </a:spcAft>
              <a:buFont typeface="Arial" panose="020B0604020202020204" pitchFamily="34" charset="0"/>
              <a:buChar char="•"/>
            </a:pPr>
            <a:r>
              <a:rPr lang="en-GB" altLang="en-US" dirty="0">
                <a:solidFill>
                  <a:schemeClr val="bg1"/>
                </a:solidFill>
              </a:rPr>
              <a:t>Mimics human analyst behaviour: </a:t>
            </a:r>
            <a:r>
              <a:rPr lang="en-GB" altLang="en-US" i="1" dirty="0">
                <a:solidFill>
                  <a:schemeClr val="bg1"/>
                </a:solidFill>
              </a:rPr>
              <a:t>gather data → interpret → conclude.</a:t>
            </a:r>
            <a:endParaRPr kumimoji="0" lang="en-US" altLang="en-US" i="1" u="none" strike="noStrike" cap="none" normalizeH="0" baseline="0" dirty="0">
              <a:ln>
                <a:noFill/>
              </a:ln>
              <a:solidFill>
                <a:schemeClr val="bg1"/>
              </a:solidFill>
              <a:effectLst/>
            </a:endParaRPr>
          </a:p>
        </p:txBody>
      </p:sp>
    </p:spTree>
    <p:extLst>
      <p:ext uri="{BB962C8B-B14F-4D97-AF65-F5344CB8AC3E}">
        <p14:creationId xmlns:p14="http://schemas.microsoft.com/office/powerpoint/2010/main" val="414789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red and white logo on a black background&#10;&#10;AI-generated content may be incorrect.">
            <a:extLst>
              <a:ext uri="{FF2B5EF4-FFF2-40B4-BE49-F238E27FC236}">
                <a16:creationId xmlns:a16="http://schemas.microsoft.com/office/drawing/2014/main" id="{17C4B4FB-0577-B7B5-1D68-1ADF5358A9E2}"/>
              </a:ext>
            </a:extLst>
          </p:cNvPr>
          <p:cNvPicPr>
            <a:picLocks noChangeAspect="1"/>
          </p:cNvPicPr>
          <p:nvPr/>
        </p:nvPicPr>
        <p:blipFill>
          <a:blip r:embed="rId2"/>
          <a:stretch>
            <a:fillRect/>
          </a:stretch>
        </p:blipFill>
        <p:spPr>
          <a:xfrm>
            <a:off x="-502686" y="-1063176"/>
            <a:ext cx="3848100" cy="3009900"/>
          </a:xfrm>
          <a:prstGeom prst="rect">
            <a:avLst/>
          </a:prstGeom>
        </p:spPr>
      </p:pic>
      <p:sp>
        <p:nvSpPr>
          <p:cNvPr id="39" name="TextBox 38">
            <a:extLst>
              <a:ext uri="{FF2B5EF4-FFF2-40B4-BE49-F238E27FC236}">
                <a16:creationId xmlns:a16="http://schemas.microsoft.com/office/drawing/2014/main" id="{33E3215D-D475-8DB2-37FD-51E7DF902BE1}"/>
              </a:ext>
            </a:extLst>
          </p:cNvPr>
          <p:cNvSpPr txBox="1"/>
          <p:nvPr/>
        </p:nvSpPr>
        <p:spPr>
          <a:xfrm>
            <a:off x="452438" y="1015246"/>
            <a:ext cx="11287124" cy="4524315"/>
          </a:xfrm>
          <a:prstGeom prst="rect">
            <a:avLst/>
          </a:prstGeom>
          <a:noFill/>
        </p:spPr>
        <p:txBody>
          <a:bodyPr wrap="square">
            <a:spAutoFit/>
          </a:bodyPr>
          <a:lstStyle/>
          <a:p>
            <a:pPr marL="742950" lvl="1" indent="-285750" algn="just" eaLnBrk="0" fontAlgn="base" hangingPunct="0">
              <a:spcBef>
                <a:spcPct val="0"/>
              </a:spcBef>
              <a:spcAft>
                <a:spcPct val="0"/>
              </a:spcAft>
              <a:buFont typeface="Wingdings" panose="05000000000000000000" pitchFamily="2" charset="2"/>
              <a:buChar char="Ø"/>
            </a:pPr>
            <a:r>
              <a:rPr lang="en-GB" altLang="en-US" b="1" dirty="0">
                <a:solidFill>
                  <a:schemeClr val="bg1"/>
                </a:solidFill>
              </a:rPr>
              <a:t>Robust Error Awareness and Transparency:</a:t>
            </a:r>
          </a:p>
          <a:p>
            <a:pPr lvl="1" algn="just" eaLnBrk="0" fontAlgn="base" hangingPunct="0">
              <a:spcBef>
                <a:spcPct val="0"/>
              </a:spcBef>
              <a:spcAft>
                <a:spcPct val="0"/>
              </a:spcAft>
            </a:pPr>
            <a:r>
              <a:rPr lang="en-GB" altLang="en-US" dirty="0">
                <a:solidFill>
                  <a:schemeClr val="bg1"/>
                </a:solidFill>
              </a:rPr>
              <a:t>The prompt explicitly instructs the agent to state if any tool fails to provide data.</a:t>
            </a:r>
          </a:p>
          <a:p>
            <a:pPr marL="742950" lvl="1" indent="-285750" algn="just" eaLnBrk="0" fontAlgn="base" hangingPunct="0">
              <a:spcBef>
                <a:spcPct val="0"/>
              </a:spcBef>
              <a:spcAft>
                <a:spcPct val="0"/>
              </a:spcAft>
              <a:buFont typeface="Arial" panose="020B0604020202020204" pitchFamily="34" charset="0"/>
              <a:buChar char="•"/>
            </a:pPr>
            <a:r>
              <a:rPr lang="en-GB" altLang="en-US" dirty="0">
                <a:solidFill>
                  <a:schemeClr val="bg1"/>
                </a:solidFill>
              </a:rPr>
              <a:t>Enhances trust and usability—users know when analysis is incomplete.</a:t>
            </a:r>
          </a:p>
          <a:p>
            <a:pPr marL="742950" lvl="1" indent="-285750" algn="just" eaLnBrk="0" fontAlgn="base" hangingPunct="0">
              <a:spcBef>
                <a:spcPct val="0"/>
              </a:spcBef>
              <a:spcAft>
                <a:spcPct val="0"/>
              </a:spcAft>
              <a:buFont typeface="Arial" panose="020B0604020202020204" pitchFamily="34" charset="0"/>
              <a:buChar char="•"/>
            </a:pPr>
            <a:r>
              <a:rPr lang="en-GB" altLang="en-US" dirty="0">
                <a:solidFill>
                  <a:schemeClr val="bg1"/>
                </a:solidFill>
              </a:rPr>
              <a:t>Simplifies debugging—failure is surfaced in the narrative, not hidden.</a:t>
            </a:r>
          </a:p>
          <a:p>
            <a:pPr marL="742950" lvl="1" indent="-285750" algn="just" eaLnBrk="0" fontAlgn="base" hangingPunct="0">
              <a:spcBef>
                <a:spcPct val="0"/>
              </a:spcBef>
              <a:spcAft>
                <a:spcPct val="0"/>
              </a:spcAft>
              <a:buFont typeface="Arial" panose="020B0604020202020204" pitchFamily="34" charset="0"/>
              <a:buChar char="•"/>
            </a:pPr>
            <a:endParaRPr kumimoji="0" lang="en-GB" altLang="en-US" b="0" i="0" u="none" strike="noStrike" cap="none" normalizeH="0" baseline="0" dirty="0">
              <a:ln>
                <a:noFill/>
              </a:ln>
              <a:solidFill>
                <a:schemeClr val="bg1"/>
              </a:solidFill>
              <a:effectLst/>
            </a:endParaRPr>
          </a:p>
          <a:p>
            <a:pPr marL="742950" lvl="1" indent="-285750" algn="just" eaLnBrk="0" fontAlgn="base" hangingPunct="0">
              <a:spcBef>
                <a:spcPct val="0"/>
              </a:spcBef>
              <a:spcAft>
                <a:spcPct val="0"/>
              </a:spcAft>
              <a:buFont typeface="Wingdings" panose="05000000000000000000" pitchFamily="2" charset="2"/>
              <a:buChar char="Ø"/>
            </a:pPr>
            <a:r>
              <a:rPr lang="en-US" altLang="en-US" b="1" dirty="0">
                <a:solidFill>
                  <a:schemeClr val="bg1"/>
                </a:solidFill>
              </a:rPr>
              <a:t>LangGraph &amp; </a:t>
            </a:r>
            <a:r>
              <a:rPr lang="en-US" altLang="en-US" b="1" dirty="0" err="1">
                <a:solidFill>
                  <a:schemeClr val="bg1"/>
                </a:solidFill>
              </a:rPr>
              <a:t>LangChain</a:t>
            </a:r>
            <a:r>
              <a:rPr lang="en-US" altLang="en-US" b="1" dirty="0">
                <a:solidFill>
                  <a:schemeClr val="bg1"/>
                </a:solidFill>
              </a:rPr>
              <a:t>:</a:t>
            </a:r>
          </a:p>
          <a:p>
            <a:pPr lvl="1" algn="just" eaLnBrk="0" fontAlgn="base" hangingPunct="0">
              <a:spcBef>
                <a:spcPct val="0"/>
              </a:spcBef>
              <a:spcAft>
                <a:spcPct val="0"/>
              </a:spcAft>
            </a:pPr>
            <a:r>
              <a:rPr lang="en-GB" altLang="en-US" dirty="0">
                <a:solidFill>
                  <a:schemeClr val="bg1"/>
                </a:solidFill>
              </a:rPr>
              <a:t>Frameworks for building agentic AI systems that can use multiple tools, manage workflows, and maintain conversation state.</a:t>
            </a:r>
          </a:p>
          <a:p>
            <a:pPr lvl="1" algn="just" eaLnBrk="0" fontAlgn="base" hangingPunct="0">
              <a:spcBef>
                <a:spcPct val="0"/>
              </a:spcBef>
              <a:spcAft>
                <a:spcPct val="0"/>
              </a:spcAft>
            </a:pPr>
            <a:r>
              <a:rPr lang="en-GB" altLang="en-US" dirty="0">
                <a:solidFill>
                  <a:schemeClr val="bg1"/>
                </a:solidFill>
              </a:rPr>
              <a:t>LangGraph is particularly good for defining graph-based execution flows (nodes, edges, error handling).</a:t>
            </a:r>
          </a:p>
          <a:p>
            <a:pPr lvl="1" algn="just" eaLnBrk="0" fontAlgn="base" hangingPunct="0">
              <a:spcBef>
                <a:spcPct val="0"/>
              </a:spcBef>
              <a:spcAft>
                <a:spcPct val="0"/>
              </a:spcAft>
            </a:pPr>
            <a:r>
              <a:rPr lang="en-GB" altLang="en-US" dirty="0">
                <a:solidFill>
                  <a:schemeClr val="bg1"/>
                </a:solidFill>
              </a:rPr>
              <a:t>The system needs to orchestrate multiple steps:</a:t>
            </a:r>
          </a:p>
          <a:p>
            <a:pPr marL="742950" lvl="1" indent="-285750" algn="just" eaLnBrk="0" fontAlgn="base" hangingPunct="0">
              <a:spcBef>
                <a:spcPct val="0"/>
              </a:spcBef>
              <a:spcAft>
                <a:spcPct val="0"/>
              </a:spcAft>
              <a:buFont typeface="Arial" panose="020B0604020202020204" pitchFamily="34" charset="0"/>
              <a:buChar char="•"/>
            </a:pPr>
            <a:r>
              <a:rPr lang="en-GB" altLang="en-US" dirty="0">
                <a:solidFill>
                  <a:schemeClr val="bg1"/>
                </a:solidFill>
              </a:rPr>
              <a:t>Fetch stock data</a:t>
            </a:r>
          </a:p>
          <a:p>
            <a:pPr marL="742950" lvl="1" indent="-285750" algn="just" eaLnBrk="0" fontAlgn="base" hangingPunct="0">
              <a:spcBef>
                <a:spcPct val="0"/>
              </a:spcBef>
              <a:spcAft>
                <a:spcPct val="0"/>
              </a:spcAft>
              <a:buFont typeface="Arial" panose="020B0604020202020204" pitchFamily="34" charset="0"/>
              <a:buChar char="•"/>
            </a:pPr>
            <a:r>
              <a:rPr lang="en-GB" altLang="en-US" dirty="0">
                <a:solidFill>
                  <a:schemeClr val="bg1"/>
                </a:solidFill>
              </a:rPr>
              <a:t>Compute technical indicators</a:t>
            </a:r>
          </a:p>
          <a:p>
            <a:pPr marL="742950" lvl="1" indent="-285750" algn="just" eaLnBrk="0" fontAlgn="base" hangingPunct="0">
              <a:spcBef>
                <a:spcPct val="0"/>
              </a:spcBef>
              <a:spcAft>
                <a:spcPct val="0"/>
              </a:spcAft>
              <a:buFont typeface="Arial" panose="020B0604020202020204" pitchFamily="34" charset="0"/>
              <a:buChar char="•"/>
            </a:pPr>
            <a:r>
              <a:rPr lang="en-GB" altLang="en-US" dirty="0">
                <a:solidFill>
                  <a:schemeClr val="bg1"/>
                </a:solidFill>
              </a:rPr>
              <a:t>Calculate financial ratios</a:t>
            </a:r>
          </a:p>
          <a:p>
            <a:pPr marL="742950" lvl="1" indent="-285750" algn="just" eaLnBrk="0" fontAlgn="base" hangingPunct="0">
              <a:spcBef>
                <a:spcPct val="0"/>
              </a:spcBef>
              <a:spcAft>
                <a:spcPct val="0"/>
              </a:spcAft>
              <a:buFont typeface="Arial" panose="020B0604020202020204" pitchFamily="34" charset="0"/>
              <a:buChar char="•"/>
            </a:pPr>
            <a:r>
              <a:rPr lang="en-GB" altLang="en-US" dirty="0">
                <a:solidFill>
                  <a:schemeClr val="bg1"/>
                </a:solidFill>
              </a:rPr>
              <a:t>Pass structured data to GPT for interpretation</a:t>
            </a:r>
          </a:p>
          <a:p>
            <a:pPr lvl="1" algn="just" eaLnBrk="0" fontAlgn="base" hangingPunct="0">
              <a:spcBef>
                <a:spcPct val="0"/>
              </a:spcBef>
              <a:spcAft>
                <a:spcPct val="0"/>
              </a:spcAft>
            </a:pPr>
            <a:r>
              <a:rPr lang="en-GB" altLang="en-US" dirty="0">
                <a:solidFill>
                  <a:schemeClr val="bg1"/>
                </a:solidFill>
              </a:rPr>
              <a:t>A simple script would become messy. LangGraph gives you a modular, extensible architecture where each step is a node in a graph.</a:t>
            </a:r>
            <a:endParaRPr kumimoji="0" lang="en-US" altLang="en-US" b="0" i="0" u="none" strike="noStrike" cap="none" normalizeH="0" baseline="0" dirty="0">
              <a:ln>
                <a:noFill/>
              </a:ln>
              <a:solidFill>
                <a:schemeClr val="bg1"/>
              </a:solidFill>
              <a:effectLst/>
            </a:endParaRPr>
          </a:p>
        </p:txBody>
      </p:sp>
    </p:spTree>
    <p:extLst>
      <p:ext uri="{BB962C8B-B14F-4D97-AF65-F5344CB8AC3E}">
        <p14:creationId xmlns:p14="http://schemas.microsoft.com/office/powerpoint/2010/main" val="2761248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A woman with VR goggles on her face&#10;">
            <a:extLst>
              <a:ext uri="{FF2B5EF4-FFF2-40B4-BE49-F238E27FC236}">
                <a16:creationId xmlns:a16="http://schemas.microsoft.com/office/drawing/2014/main" id="{1959E133-823F-48B7-89C9-820E4A34383A}"/>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a:stretch/>
        </p:blipFill>
        <p:spPr>
          <a:xfrm flipH="1">
            <a:off x="0" y="0"/>
            <a:ext cx="8153400" cy="6858000"/>
          </a:xfrm>
        </p:spPr>
      </p:pic>
      <p:sp>
        <p:nvSpPr>
          <p:cNvPr id="15" name="Title 14">
            <a:extLst>
              <a:ext uri="{FF2B5EF4-FFF2-40B4-BE49-F238E27FC236}">
                <a16:creationId xmlns:a16="http://schemas.microsoft.com/office/drawing/2014/main" id="{FE60C9E5-E020-489F-8A9F-BCBE2A0C3BBC}"/>
              </a:ext>
            </a:extLst>
          </p:cNvPr>
          <p:cNvSpPr>
            <a:spLocks noGrp="1"/>
          </p:cNvSpPr>
          <p:nvPr>
            <p:ph type="title"/>
          </p:nvPr>
        </p:nvSpPr>
        <p:spPr>
          <a:xfrm>
            <a:off x="8153400" y="3339652"/>
            <a:ext cx="4127344" cy="724702"/>
          </a:xfrm>
        </p:spPr>
        <p:txBody>
          <a:bodyPr/>
          <a:lstStyle/>
          <a:p>
            <a:r>
              <a:rPr lang="en-US" dirty="0"/>
              <a:t>Thank you</a:t>
            </a:r>
          </a:p>
        </p:txBody>
      </p:sp>
    </p:spTree>
    <p:extLst>
      <p:ext uri="{BB962C8B-B14F-4D97-AF65-F5344CB8AC3E}">
        <p14:creationId xmlns:p14="http://schemas.microsoft.com/office/powerpoint/2010/main" val="1505696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Custom 24">
      <a:dk1>
        <a:sysClr val="windowText" lastClr="000000"/>
      </a:dk1>
      <a:lt1>
        <a:sysClr val="window" lastClr="FFFFFF"/>
      </a:lt1>
      <a:dk2>
        <a:srgbClr val="44546A"/>
      </a:dk2>
      <a:lt2>
        <a:srgbClr val="E7E6E6"/>
      </a:lt2>
      <a:accent1>
        <a:srgbClr val="7A1380"/>
      </a:accent1>
      <a:accent2>
        <a:srgbClr val="0C1A69"/>
      </a:accent2>
      <a:accent3>
        <a:srgbClr val="F4292E"/>
      </a:accent3>
      <a:accent4>
        <a:srgbClr val="FD49C1"/>
      </a:accent4>
      <a:accent5>
        <a:srgbClr val="15C7C7"/>
      </a:accent5>
      <a:accent6>
        <a:srgbClr val="02DCFA"/>
      </a:accent6>
      <a:hlink>
        <a:srgbClr val="0563C1"/>
      </a:hlink>
      <a:folHlink>
        <a:srgbClr val="954F72"/>
      </a:folHlink>
    </a:clrScheme>
    <a:fontScheme name="Custom 31">
      <a:majorFont>
        <a:latin typeface="Posterama Bold"/>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itch Deck_TM33781529_Win32_JC_v3" id="{862F7C05-3205-4562-AA5F-868BCB6856F9}" vid="{97BBE2DD-0E32-4C1B-8BB2-0414672F316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2" ma:contentTypeDescription="Create a new document." ma:contentTypeScope="" ma:versionID="5a5774fd28510f591f3d0476b60c796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656ce980f6f53fc96333c5ee30c32b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0BF0F94-36C0-430F-8DDE-AF914AC0C0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E89A24D-CD69-45A4-AC93-53B8115AA413}">
  <ds:schemaRefs>
    <ds:schemaRef ds:uri="http://schemas.microsoft.com/sharepoint/v3/contenttype/forms"/>
  </ds:schemaRefs>
</ds:datastoreItem>
</file>

<file path=customXml/itemProps3.xml><?xml version="1.0" encoding="utf-8"?>
<ds:datastoreItem xmlns:ds="http://schemas.openxmlformats.org/officeDocument/2006/customXml" ds:itemID="{81D2FAC4-C1D8-4FBC-AFD8-786609711A5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Tech pitch deck</Template>
  <TotalTime>1206</TotalTime>
  <Words>668</Words>
  <Application>Microsoft Office PowerPoint</Application>
  <PresentationFormat>Widescreen</PresentationFormat>
  <Paragraphs>63</Paragraphs>
  <Slides>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Arial</vt:lpstr>
      <vt:lpstr>Bierstadt</vt:lpstr>
      <vt:lpstr>Calibri</vt:lpstr>
      <vt:lpstr>Courier New</vt:lpstr>
      <vt:lpstr>Posterama</vt:lpstr>
      <vt:lpstr>Posterama Bold</vt:lpstr>
      <vt:lpstr>Wingdings</vt:lpstr>
      <vt:lpstr>Office Theme</vt:lpstr>
      <vt:lpstr>Financial Analyst Agent</vt:lpstr>
      <vt:lpstr>Business objective</vt:lpstr>
      <vt:lpstr>Key Technical considerations</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SHINDE</dc:creator>
  <cp:lastModifiedBy>Abhijit Zende</cp:lastModifiedBy>
  <cp:revision>7</cp:revision>
  <dcterms:created xsi:type="dcterms:W3CDTF">2025-05-17T20:12:54Z</dcterms:created>
  <dcterms:modified xsi:type="dcterms:W3CDTF">2025-09-05T18:25:42Z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